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  <p:sldMasterId id="2147483698" r:id="rId5"/>
    <p:sldMasterId id="2147483693" r:id="rId6"/>
  </p:sldMasterIdLst>
  <p:notesMasterIdLst>
    <p:notesMasterId r:id="rId22"/>
  </p:notesMasterIdLst>
  <p:handoutMasterIdLst>
    <p:handoutMasterId r:id="rId23"/>
  </p:handoutMasterIdLst>
  <p:sldIdLst>
    <p:sldId id="259" r:id="rId7"/>
    <p:sldId id="752" r:id="rId8"/>
    <p:sldId id="778" r:id="rId9"/>
    <p:sldId id="843" r:id="rId10"/>
    <p:sldId id="862" r:id="rId11"/>
    <p:sldId id="848" r:id="rId12"/>
    <p:sldId id="908" r:id="rId13"/>
    <p:sldId id="909" r:id="rId14"/>
    <p:sldId id="913" r:id="rId15"/>
    <p:sldId id="910" r:id="rId16"/>
    <p:sldId id="912" r:id="rId17"/>
    <p:sldId id="914" r:id="rId18"/>
    <p:sldId id="915" r:id="rId19"/>
    <p:sldId id="916" r:id="rId20"/>
    <p:sldId id="861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06733FF-0E27-4CB8-9402-6A092EF287B4}">
          <p14:sldIdLst>
            <p14:sldId id="259"/>
            <p14:sldId id="752"/>
            <p14:sldId id="778"/>
            <p14:sldId id="843"/>
          </p14:sldIdLst>
        </p14:section>
        <p14:section name="게임방법" id="{58AD34FA-3DA6-4712-93F4-1E260885C39F}">
          <p14:sldIdLst>
            <p14:sldId id="862"/>
          </p14:sldIdLst>
        </p14:section>
        <p14:section name="본학습" id="{F9F5E8FB-A0BE-43ED-9CD9-43A4EDCFB0C7}">
          <p14:sldIdLst>
            <p14:sldId id="848"/>
            <p14:sldId id="908"/>
            <p14:sldId id="909"/>
            <p14:sldId id="913"/>
            <p14:sldId id="910"/>
            <p14:sldId id="912"/>
            <p14:sldId id="914"/>
            <p14:sldId id="915"/>
            <p14:sldId id="916"/>
          </p14:sldIdLst>
        </p14:section>
        <p14:section name="결과보내기" id="{7F124046-5A3D-4AF0-8541-A4991C9F6E00}">
          <p14:sldIdLst>
            <p14:sldId id="8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E2AC11-7516-B169-73BC-FD68E35EAEC5}" name="Linda Mihyeong Kim" initials="LK" userId="S::mhkim@selvas.com::7d443938-33cd-4615-a633-bd7988d47048" providerId="AD"/>
  <p188:author id="{1C344369-FA03-F2D6-D70D-04C8FED44996}" name="권구훈 영어1 Cell" initials="권C" userId="S::kwongh@visang.com::b8e2aeca-a215-4bf8-8a85-9e39eceb5c5c" providerId="AD"/>
  <p188:author id="{0514AB6A-F4B2-0399-4947-DA6D63E24356}" name="박선미 영어1 Cell" initials="선박" userId="S::parksm3@visang.com::c174fd98-eccb-43c0-82e1-062c69ec7445" providerId="AD"/>
  <p188:author id="{237F74A1-C320-D331-FF89-59006A73B567}" name="게스트 사용자" initials="게사" userId="S::urn:spo:anon#d0dcb2d7d62a33bc291360e13c024a724d143901909bce96d43441b796324a70::" providerId="AD"/>
  <p188:author id="{597C23C6-C5A6-451A-30F8-D5F774CC77CD}" name="박경민 스마트러닝전략1 Cell" initials="경박" userId="S::parkkm1@visang.com::ddc081a3-8327-44f4-bac3-5908a4977a8a" providerId="AD"/>
  <p188:author id="{51EF60ED-CBDF-B8FD-5999-C191607B45C6}" name="Jk Jongkyoung Choi" initials="종최" userId="S::jk.j.choi@selvas.com::986af221-791e-4efa-b691-35f690c878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0389"/>
    <a:srgbClr val="FFF8D4"/>
    <a:srgbClr val="0196A2"/>
    <a:srgbClr val="ED008D"/>
    <a:srgbClr val="EF5EA0"/>
    <a:srgbClr val="C4398C"/>
    <a:srgbClr val="80B4FD"/>
    <a:srgbClr val="684E99"/>
    <a:srgbClr val="6B2700"/>
    <a:srgbClr val="F3C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4CF080-EB9F-5813-1585-DD5D9F28E00E}" v="41" dt="2025-03-04T07:54:23.462"/>
    <p1510:client id="{DFE745BD-48E3-A30D-E660-44FB68342DB4}" v="161" dt="2025-03-03T06:29:29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uyeon0621" userId="S::isuyeon0621_gmail.com#ext#@selvaso365.onmicrosoft.com::31bf7739-5c26-448b-866d-6d90a09ee3d0" providerId="AD" clId="Web-{E7F824B0-82DE-B488-6839-09B8DC7B67A0}"/>
    <pc:docChg chg="addSld delSld modSection">
      <pc:chgData name="isuyeon0621" userId="S::isuyeon0621_gmail.com#ext#@selvaso365.onmicrosoft.com::31bf7739-5c26-448b-866d-6d90a09ee3d0" providerId="AD" clId="Web-{E7F824B0-82DE-B488-6839-09B8DC7B67A0}" dt="2025-02-22T15:03:45.135" v="1"/>
      <pc:docMkLst>
        <pc:docMk/>
      </pc:docMkLst>
      <pc:sldChg chg="add del">
        <pc:chgData name="isuyeon0621" userId="S::isuyeon0621_gmail.com#ext#@selvaso365.onmicrosoft.com::31bf7739-5c26-448b-866d-6d90a09ee3d0" providerId="AD" clId="Web-{E7F824B0-82DE-B488-6839-09B8DC7B67A0}" dt="2025-02-22T15:03:45.135" v="1"/>
        <pc:sldMkLst>
          <pc:docMk/>
          <pc:sldMk cId="511999067" sldId="862"/>
        </pc:sldMkLst>
      </pc:sldChg>
    </pc:docChg>
  </pc:docChgLst>
  <pc:docChgLst>
    <pc:chgData name="isuyeon0621" userId="S::isuyeon0621_gmail.com#ext#@selvaso365.onmicrosoft.com::31bf7739-5c26-448b-866d-6d90a09ee3d0" providerId="AD" clId="Web-{DFE745BD-48E3-A30D-E660-44FB68342DB4}"/>
    <pc:docChg chg="modSld">
      <pc:chgData name="isuyeon0621" userId="S::isuyeon0621_gmail.com#ext#@selvaso365.onmicrosoft.com::31bf7739-5c26-448b-866d-6d90a09ee3d0" providerId="AD" clId="Web-{DFE745BD-48E3-A30D-E660-44FB68342DB4}" dt="2025-03-03T06:29:29.628" v="95"/>
      <pc:docMkLst>
        <pc:docMk/>
      </pc:docMkLst>
      <pc:sldChg chg="modSp">
        <pc:chgData name="isuyeon0621" userId="S::isuyeon0621_gmail.com#ext#@selvaso365.onmicrosoft.com::31bf7739-5c26-448b-866d-6d90a09ee3d0" providerId="AD" clId="Web-{DFE745BD-48E3-A30D-E660-44FB68342DB4}" dt="2025-03-03T06:29:29.628" v="95"/>
        <pc:sldMkLst>
          <pc:docMk/>
          <pc:sldMk cId="492555006" sldId="908"/>
        </pc:sldMkLst>
        <pc:graphicFrameChg chg="mod modGraphic">
          <ac:chgData name="isuyeon0621" userId="S::isuyeon0621_gmail.com#ext#@selvaso365.onmicrosoft.com::31bf7739-5c26-448b-866d-6d90a09ee3d0" providerId="AD" clId="Web-{DFE745BD-48E3-A30D-E660-44FB68342DB4}" dt="2025-03-03T06:29:29.628" v="95"/>
          <ac:graphicFrameMkLst>
            <pc:docMk/>
            <pc:sldMk cId="492555006" sldId="908"/>
            <ac:graphicFrameMk id="2" creationId="{ACF566E5-8F00-50FE-FD09-DC9F772D9495}"/>
          </ac:graphicFrameMkLst>
        </pc:graphicFrameChg>
      </pc:sldChg>
      <pc:sldChg chg="modSp">
        <pc:chgData name="isuyeon0621" userId="S::isuyeon0621_gmail.com#ext#@selvaso365.onmicrosoft.com::31bf7739-5c26-448b-866d-6d90a09ee3d0" providerId="AD" clId="Web-{DFE745BD-48E3-A30D-E660-44FB68342DB4}" dt="2025-03-02T20:00:19.113" v="3"/>
        <pc:sldMkLst>
          <pc:docMk/>
          <pc:sldMk cId="840069449" sldId="912"/>
        </pc:sldMkLst>
        <pc:graphicFrameChg chg="mod modGraphic">
          <ac:chgData name="isuyeon0621" userId="S::isuyeon0621_gmail.com#ext#@selvaso365.onmicrosoft.com::31bf7739-5c26-448b-866d-6d90a09ee3d0" providerId="AD" clId="Web-{DFE745BD-48E3-A30D-E660-44FB68342DB4}" dt="2025-03-02T20:00:19.113" v="3"/>
          <ac:graphicFrameMkLst>
            <pc:docMk/>
            <pc:sldMk cId="840069449" sldId="912"/>
            <ac:graphicFrameMk id="13" creationId="{5C8C9EBD-786F-9A41-0B24-31A6EA3690A4}"/>
          </ac:graphicFrameMkLst>
        </pc:graphicFrameChg>
      </pc:sldChg>
    </pc:docChg>
  </pc:docChgLst>
  <pc:docChgLst>
    <pc:chgData name="김빛나라 영어4 Cell" userId="S::kimbnr@visang.com::396f7498-b2ba-42e3-a1bb-3776ff026fd0" providerId="AD" clId="Web-{17C67412-0722-B389-27E3-21BFA255D4CC}"/>
    <pc:docChg chg="modSld">
      <pc:chgData name="김빛나라 영어4 Cell" userId="S::kimbnr@visang.com::396f7498-b2ba-42e3-a1bb-3776ff026fd0" providerId="AD" clId="Web-{17C67412-0722-B389-27E3-21BFA255D4CC}" dt="2025-01-09T06:42:36.327" v="11" actId="20577"/>
      <pc:docMkLst>
        <pc:docMk/>
      </pc:docMkLst>
      <pc:sldChg chg="modSp">
        <pc:chgData name="김빛나라 영어4 Cell" userId="S::kimbnr@visang.com::396f7498-b2ba-42e3-a1bb-3776ff026fd0" providerId="AD" clId="Web-{17C67412-0722-B389-27E3-21BFA255D4CC}" dt="2025-01-09T06:42:36.327" v="11" actId="20577"/>
        <pc:sldMkLst>
          <pc:docMk/>
          <pc:sldMk cId="3412361393" sldId="259"/>
        </pc:sldMkLst>
        <pc:spChg chg="mod">
          <ac:chgData name="김빛나라 영어4 Cell" userId="S::kimbnr@visang.com::396f7498-b2ba-42e3-a1bb-3776ff026fd0" providerId="AD" clId="Web-{17C67412-0722-B389-27E3-21BFA255D4CC}" dt="2025-01-09T06:42:36.327" v="11" actId="20577"/>
          <ac:spMkLst>
            <pc:docMk/>
            <pc:sldMk cId="3412361393" sldId="259"/>
            <ac:spMk id="7" creationId="{00000000-0000-0000-0000-000000000000}"/>
          </ac:spMkLst>
        </pc:spChg>
      </pc:sldChg>
    </pc:docChg>
  </pc:docChgLst>
  <pc:docChgLst>
    <pc:chgData name="김빛나라 영어4 Cell" userId="S::kimbnr@visang.com::396f7498-b2ba-42e3-a1bb-3776ff026fd0" providerId="AD" clId="Web-{62616AC5-CB9B-7069-63DF-D9A9FBC5157D}"/>
    <pc:docChg chg="modSld">
      <pc:chgData name="김빛나라 영어4 Cell" userId="S::kimbnr@visang.com::396f7498-b2ba-42e3-a1bb-3776ff026fd0" providerId="AD" clId="Web-{62616AC5-CB9B-7069-63DF-D9A9FBC5157D}" dt="2025-01-09T06:42:00.054" v="133"/>
      <pc:docMkLst>
        <pc:docMk/>
      </pc:docMkLst>
      <pc:sldChg chg="addSp delSp modSp">
        <pc:chgData name="김빛나라 영어4 Cell" userId="S::kimbnr@visang.com::396f7498-b2ba-42e3-a1bb-3776ff026fd0" providerId="AD" clId="Web-{62616AC5-CB9B-7069-63DF-D9A9FBC5157D}" dt="2025-01-09T06:41:22.770" v="63"/>
        <pc:sldMkLst>
          <pc:docMk/>
          <pc:sldMk cId="3716242283" sldId="847"/>
        </pc:sldMkLst>
      </pc:sldChg>
      <pc:sldChg chg="modSp">
        <pc:chgData name="김빛나라 영어4 Cell" userId="S::kimbnr@visang.com::396f7498-b2ba-42e3-a1bb-3776ff026fd0" providerId="AD" clId="Web-{62616AC5-CB9B-7069-63DF-D9A9FBC5157D}" dt="2025-01-09T06:40:15.532" v="55"/>
        <pc:sldMkLst>
          <pc:docMk/>
          <pc:sldMk cId="63402817" sldId="848"/>
        </pc:sldMkLst>
        <pc:graphicFrameChg chg="mod modGraphic">
          <ac:chgData name="김빛나라 영어4 Cell" userId="S::kimbnr@visang.com::396f7498-b2ba-42e3-a1bb-3776ff026fd0" providerId="AD" clId="Web-{62616AC5-CB9B-7069-63DF-D9A9FBC5157D}" dt="2025-01-09T06:40:15.532" v="55"/>
          <ac:graphicFrameMkLst>
            <pc:docMk/>
            <pc:sldMk cId="63402817" sldId="848"/>
            <ac:graphicFrameMk id="3" creationId="{198EEDB3-F212-E61C-B51F-1EF5FC7AA552}"/>
          </ac:graphicFrameMkLst>
        </pc:graphicFrameChg>
      </pc:sldChg>
      <pc:sldChg chg="addSp delSp modSp">
        <pc:chgData name="김빛나라 영어4 Cell" userId="S::kimbnr@visang.com::396f7498-b2ba-42e3-a1bb-3776ff026fd0" providerId="AD" clId="Web-{62616AC5-CB9B-7069-63DF-D9A9FBC5157D}" dt="2025-01-09T06:42:00.054" v="133"/>
        <pc:sldMkLst>
          <pc:docMk/>
          <pc:sldMk cId="970553564" sldId="849"/>
        </pc:sldMkLst>
      </pc:sldChg>
    </pc:docChg>
  </pc:docChgLst>
  <pc:docChgLst>
    <pc:chgData name="Jk Jongkyoung Choi" userId="986af221-791e-4efa-b691-35f690c87810" providerId="ADAL" clId="{88F6D7DE-7020-41D3-B1F3-A61830AC2D24}"/>
    <pc:docChg chg="custSel addSld delSld modSld modMainMaster modSection">
      <pc:chgData name="Jk Jongkyoung Choi" userId="986af221-791e-4efa-b691-35f690c87810" providerId="ADAL" clId="{88F6D7DE-7020-41D3-B1F3-A61830AC2D24}" dt="2025-02-21T06:18:11.911" v="14" actId="700"/>
      <pc:docMkLst>
        <pc:docMk/>
      </pc:docMkLst>
      <pc:sldChg chg="addSp modSp add del">
        <pc:chgData name="Jk Jongkyoung Choi" userId="986af221-791e-4efa-b691-35f690c87810" providerId="ADAL" clId="{88F6D7DE-7020-41D3-B1F3-A61830AC2D24}" dt="2025-02-21T06:17:50.753" v="11"/>
        <pc:sldMkLst>
          <pc:docMk/>
          <pc:sldMk cId="63402817" sldId="848"/>
        </pc:sldMkLst>
      </pc:sldChg>
      <pc:sldChg chg="addSp modSp">
        <pc:chgData name="Jk Jongkyoung Choi" userId="986af221-791e-4efa-b691-35f690c87810" providerId="ADAL" clId="{88F6D7DE-7020-41D3-B1F3-A61830AC2D24}" dt="2025-02-19T08:04:16.909" v="2"/>
        <pc:sldMkLst>
          <pc:docMk/>
          <pc:sldMk cId="2364600701" sldId="861"/>
        </pc:sldMkLst>
        <pc:spChg chg="add mod">
          <ac:chgData name="Jk Jongkyoung Choi" userId="986af221-791e-4efa-b691-35f690c87810" providerId="ADAL" clId="{88F6D7DE-7020-41D3-B1F3-A61830AC2D24}" dt="2025-02-19T08:04:16.909" v="2"/>
          <ac:spMkLst>
            <pc:docMk/>
            <pc:sldMk cId="2364600701" sldId="861"/>
            <ac:spMk id="5" creationId="{4E39EF09-435B-096B-39B1-81D759258FDD}"/>
          </ac:spMkLst>
        </pc:spChg>
      </pc:sldChg>
      <pc:sldChg chg="addSp modSp">
        <pc:chgData name="Jk Jongkyoung Choi" userId="986af221-791e-4efa-b691-35f690c87810" providerId="ADAL" clId="{88F6D7DE-7020-41D3-B1F3-A61830AC2D24}" dt="2025-02-19T08:04:15.044" v="1"/>
        <pc:sldMkLst>
          <pc:docMk/>
          <pc:sldMk cId="511999067" sldId="862"/>
        </pc:sldMkLst>
        <pc:spChg chg="add mod">
          <ac:chgData name="Jk Jongkyoung Choi" userId="986af221-791e-4efa-b691-35f690c87810" providerId="ADAL" clId="{88F6D7DE-7020-41D3-B1F3-A61830AC2D24}" dt="2025-02-19T08:04:15.044" v="1"/>
          <ac:spMkLst>
            <pc:docMk/>
            <pc:sldMk cId="511999067" sldId="862"/>
            <ac:spMk id="6" creationId="{E9F85EE0-77FB-62A9-29C7-8920EA129BC7}"/>
          </ac:spMkLst>
        </pc:spChg>
      </pc:sldChg>
      <pc:sldChg chg="modSp add del mod modClrScheme chgLayout">
        <pc:chgData name="Jk Jongkyoung Choi" userId="986af221-791e-4efa-b691-35f690c87810" providerId="ADAL" clId="{88F6D7DE-7020-41D3-B1F3-A61830AC2D24}" dt="2025-02-21T06:18:11.911" v="14" actId="700"/>
        <pc:sldMkLst>
          <pc:docMk/>
          <pc:sldMk cId="492555006" sldId="908"/>
        </pc:sldMkLst>
        <pc:spChg chg="mod ord">
          <ac:chgData name="Jk Jongkyoung Choi" userId="986af221-791e-4efa-b691-35f690c87810" providerId="ADAL" clId="{88F6D7DE-7020-41D3-B1F3-A61830AC2D24}" dt="2025-02-21T06:18:11.911" v="14" actId="700"/>
          <ac:spMkLst>
            <pc:docMk/>
            <pc:sldMk cId="492555006" sldId="908"/>
            <ac:spMk id="10" creationId="{A372715A-5547-BB71-DC19-76A746397C4D}"/>
          </ac:spMkLst>
        </pc:spChg>
      </pc:sldChg>
      <pc:sldChg chg="add del">
        <pc:chgData name="Jk Jongkyoung Choi" userId="986af221-791e-4efa-b691-35f690c87810" providerId="ADAL" clId="{88F6D7DE-7020-41D3-B1F3-A61830AC2D24}" dt="2025-02-21T06:17:50.753" v="11"/>
        <pc:sldMkLst>
          <pc:docMk/>
          <pc:sldMk cId="2814835274" sldId="909"/>
        </pc:sldMkLst>
      </pc:sldChg>
      <pc:sldChg chg="add del">
        <pc:chgData name="Jk Jongkyoung Choi" userId="986af221-791e-4efa-b691-35f690c87810" providerId="ADAL" clId="{88F6D7DE-7020-41D3-B1F3-A61830AC2D24}" dt="2025-02-21T06:17:50.753" v="11"/>
        <pc:sldMkLst>
          <pc:docMk/>
          <pc:sldMk cId="1196968961" sldId="910"/>
        </pc:sldMkLst>
      </pc:sldChg>
      <pc:sldChg chg="modSp add del mod modClrScheme chgLayout">
        <pc:chgData name="Jk Jongkyoung Choi" userId="986af221-791e-4efa-b691-35f690c87810" providerId="ADAL" clId="{88F6D7DE-7020-41D3-B1F3-A61830AC2D24}" dt="2025-02-21T06:17:56.203" v="12" actId="700"/>
        <pc:sldMkLst>
          <pc:docMk/>
          <pc:sldMk cId="840069449" sldId="912"/>
        </pc:sldMkLst>
        <pc:spChg chg="mod ord">
          <ac:chgData name="Jk Jongkyoung Choi" userId="986af221-791e-4efa-b691-35f690c87810" providerId="ADAL" clId="{88F6D7DE-7020-41D3-B1F3-A61830AC2D24}" dt="2025-02-21T06:17:56.203" v="12" actId="700"/>
          <ac:spMkLst>
            <pc:docMk/>
            <pc:sldMk cId="840069449" sldId="912"/>
            <ac:spMk id="10" creationId="{D32EF5DB-9F5C-089B-F7A1-E9C3EF73870C}"/>
          </ac:spMkLst>
        </pc:spChg>
      </pc:sldChg>
      <pc:sldChg chg="add del">
        <pc:chgData name="Jk Jongkyoung Choi" userId="986af221-791e-4efa-b691-35f690c87810" providerId="ADAL" clId="{88F6D7DE-7020-41D3-B1F3-A61830AC2D24}" dt="2025-02-21T06:17:50.753" v="11"/>
        <pc:sldMkLst>
          <pc:docMk/>
          <pc:sldMk cId="3718424800" sldId="913"/>
        </pc:sldMkLst>
      </pc:sldChg>
      <pc:sldChg chg="add del">
        <pc:chgData name="Jk Jongkyoung Choi" userId="986af221-791e-4efa-b691-35f690c87810" providerId="ADAL" clId="{88F6D7DE-7020-41D3-B1F3-A61830AC2D24}" dt="2025-02-21T06:17:50.753" v="11"/>
        <pc:sldMkLst>
          <pc:docMk/>
          <pc:sldMk cId="591803407" sldId="914"/>
        </pc:sldMkLst>
      </pc:sldChg>
      <pc:sldChg chg="add del">
        <pc:chgData name="Jk Jongkyoung Choi" userId="986af221-791e-4efa-b691-35f690c87810" providerId="ADAL" clId="{88F6D7DE-7020-41D3-B1F3-A61830AC2D24}" dt="2025-02-21T06:17:50.753" v="11"/>
        <pc:sldMkLst>
          <pc:docMk/>
          <pc:sldMk cId="2192562370" sldId="915"/>
        </pc:sldMkLst>
      </pc:sldChg>
      <pc:sldChg chg="modSp add mod modClrScheme chgLayout">
        <pc:chgData name="Jk Jongkyoung Choi" userId="986af221-791e-4efa-b691-35f690c87810" providerId="ADAL" clId="{88F6D7DE-7020-41D3-B1F3-A61830AC2D24}" dt="2025-02-21T06:18:05.728" v="13" actId="700"/>
        <pc:sldMkLst>
          <pc:docMk/>
          <pc:sldMk cId="168077538" sldId="916"/>
        </pc:sldMkLst>
        <pc:spChg chg="mod ord">
          <ac:chgData name="Jk Jongkyoung Choi" userId="986af221-791e-4efa-b691-35f690c87810" providerId="ADAL" clId="{88F6D7DE-7020-41D3-B1F3-A61830AC2D24}" dt="2025-02-21T06:18:05.728" v="13" actId="700"/>
          <ac:spMkLst>
            <pc:docMk/>
            <pc:sldMk cId="168077538" sldId="916"/>
            <ac:spMk id="4" creationId="{3A777152-213F-2089-EA1A-E0BF67B9C90C}"/>
          </ac:spMkLst>
        </pc:spChg>
      </pc:sldChg>
      <pc:sldMasterChg chg="addSp delSp modSp mod modSldLayout">
        <pc:chgData name="Jk Jongkyoung Choi" userId="986af221-791e-4efa-b691-35f690c87810" providerId="ADAL" clId="{88F6D7DE-7020-41D3-B1F3-A61830AC2D24}" dt="2025-02-19T08:05:03.849" v="9"/>
        <pc:sldMasterMkLst>
          <pc:docMk/>
          <pc:sldMasterMk cId="2488470889" sldId="2147483693"/>
        </pc:sldMasterMkLst>
        <pc:spChg chg="add mod">
          <ac:chgData name="Jk Jongkyoung Choi" userId="986af221-791e-4efa-b691-35f690c87810" providerId="ADAL" clId="{88F6D7DE-7020-41D3-B1F3-A61830AC2D24}" dt="2025-02-19T08:05:03.849" v="9"/>
          <ac:spMkLst>
            <pc:docMk/>
            <pc:sldMasterMk cId="2488470889" sldId="2147483693"/>
            <ac:spMk id="7" creationId="{6A5B321C-2A84-EFA7-850A-7883B02CE21A}"/>
          </ac:spMkLst>
        </pc:spChg>
        <pc:sldLayoutChg chg="delSp mod">
          <pc:chgData name="Jk Jongkyoung Choi" userId="986af221-791e-4efa-b691-35f690c87810" providerId="ADAL" clId="{88F6D7DE-7020-41D3-B1F3-A61830AC2D24}" dt="2025-02-19T08:04:21.833" v="3" actId="21"/>
          <pc:sldLayoutMkLst>
            <pc:docMk/>
            <pc:sldMasterMk cId="2488470889" sldId="2147483693"/>
            <pc:sldLayoutMk cId="887843019" sldId="2147483694"/>
          </pc:sldLayoutMkLst>
        </pc:sldLayoutChg>
        <pc:sldLayoutChg chg="delSp mod">
          <pc:chgData name="Jk Jongkyoung Choi" userId="986af221-791e-4efa-b691-35f690c87810" providerId="ADAL" clId="{88F6D7DE-7020-41D3-B1F3-A61830AC2D24}" dt="2025-02-19T08:04:23.822" v="4" actId="21"/>
          <pc:sldLayoutMkLst>
            <pc:docMk/>
            <pc:sldMasterMk cId="2488470889" sldId="2147483693"/>
            <pc:sldLayoutMk cId="401080244" sldId="2147483708"/>
          </pc:sldLayoutMkLst>
        </pc:sldLayoutChg>
        <pc:sldLayoutChg chg="delSp mod">
          <pc:chgData name="Jk Jongkyoung Choi" userId="986af221-791e-4efa-b691-35f690c87810" providerId="ADAL" clId="{88F6D7DE-7020-41D3-B1F3-A61830AC2D24}" dt="2025-02-19T08:04:25.270" v="5" actId="21"/>
          <pc:sldLayoutMkLst>
            <pc:docMk/>
            <pc:sldMasterMk cId="2488470889" sldId="2147483693"/>
            <pc:sldLayoutMk cId="216714343" sldId="2147483709"/>
          </pc:sldLayoutMkLst>
        </pc:sldLayoutChg>
      </pc:sldMasterChg>
    </pc:docChg>
  </pc:docChgLst>
  <pc:docChgLst>
    <pc:chgData name="Jk Jongkyoung Choi" userId="986af221-791e-4efa-b691-35f690c87810" providerId="ADAL" clId="{33676113-1CBC-41B8-B8BE-30DC4AF6BF06}"/>
    <pc:docChg chg="modSld">
      <pc:chgData name="Jk Jongkyoung Choi" userId="986af221-791e-4efa-b691-35f690c87810" providerId="ADAL" clId="{33676113-1CBC-41B8-B8BE-30DC4AF6BF06}" dt="2025-01-10T01:12:47.497" v="0"/>
      <pc:docMkLst>
        <pc:docMk/>
      </pc:docMkLst>
      <pc:sldChg chg="modSp">
        <pc:chgData name="Jk Jongkyoung Choi" userId="986af221-791e-4efa-b691-35f690c87810" providerId="ADAL" clId="{33676113-1CBC-41B8-B8BE-30DC4AF6BF06}" dt="2025-01-10T01:12:47.497" v="0"/>
        <pc:sldMkLst>
          <pc:docMk/>
          <pc:sldMk cId="63402817" sldId="848"/>
        </pc:sldMkLst>
        <pc:graphicFrameChg chg="mod">
          <ac:chgData name="Jk Jongkyoung Choi" userId="986af221-791e-4efa-b691-35f690c87810" providerId="ADAL" clId="{33676113-1CBC-41B8-B8BE-30DC4AF6BF06}" dt="2025-01-10T01:12:47.497" v="0"/>
          <ac:graphicFrameMkLst>
            <pc:docMk/>
            <pc:sldMk cId="63402817" sldId="848"/>
            <ac:graphicFrameMk id="3" creationId="{198EEDB3-F212-E61C-B51F-1EF5FC7AA552}"/>
          </ac:graphicFrameMkLst>
        </pc:graphicFrameChg>
      </pc:sldChg>
    </pc:docChg>
  </pc:docChgLst>
  <pc:docChgLst>
    <pc:chgData name="Jk Jongkyoung Choi" userId="S::jk.j.choi@selvas.com::986af221-791e-4efa-b691-35f690c87810" providerId="AD" clId="Web-{6079C69C-A828-DEE8-DCB3-2B372EFA6D15}"/>
    <pc:docChg chg="modSld">
      <pc:chgData name="Jk Jongkyoung Choi" userId="S::jk.j.choi@selvas.com::986af221-791e-4efa-b691-35f690c87810" providerId="AD" clId="Web-{6079C69C-A828-DEE8-DCB3-2B372EFA6D15}" dt="2025-01-14T05:47:14.449" v="5" actId="20577"/>
      <pc:docMkLst>
        <pc:docMk/>
      </pc:docMkLst>
      <pc:sldChg chg="modSp">
        <pc:chgData name="Jk Jongkyoung Choi" userId="S::jk.j.choi@selvas.com::986af221-791e-4efa-b691-35f690c87810" providerId="AD" clId="Web-{6079C69C-A828-DEE8-DCB3-2B372EFA6D15}" dt="2025-01-14T05:47:14.449" v="5" actId="20577"/>
        <pc:sldMkLst>
          <pc:docMk/>
          <pc:sldMk cId="2478675837" sldId="752"/>
        </pc:sldMkLst>
        <pc:spChg chg="mod">
          <ac:chgData name="Jk Jongkyoung Choi" userId="S::jk.j.choi@selvas.com::986af221-791e-4efa-b691-35f690c87810" providerId="AD" clId="Web-{6079C69C-A828-DEE8-DCB3-2B372EFA6D15}" dt="2025-01-14T05:47:14.449" v="5" actId="20577"/>
          <ac:spMkLst>
            <pc:docMk/>
            <pc:sldMk cId="2478675837" sldId="752"/>
            <ac:spMk id="6" creationId="{7B844F5E-E932-92A7-4B40-F286D78F125A}"/>
          </ac:spMkLst>
        </pc:spChg>
      </pc:sldChg>
    </pc:docChg>
  </pc:docChgLst>
  <pc:docChgLst>
    <pc:chgData name="김빛나라 영어4 Cell" userId="S::kimbnr@visang.com::396f7498-b2ba-42e3-a1bb-3776ff026fd0" providerId="AD" clId="Web-{ADA31499-6BC1-484D-8655-07AFB9AA4208}"/>
    <pc:docChg chg="addSld delSld modSection">
      <pc:chgData name="김빛나라 영어4 Cell" userId="S::kimbnr@visang.com::396f7498-b2ba-42e3-a1bb-3776ff026fd0" providerId="AD" clId="Web-{ADA31499-6BC1-484D-8655-07AFB9AA4208}" dt="2025-01-09T07:06:44.557" v="1"/>
      <pc:docMkLst>
        <pc:docMk/>
      </pc:docMkLst>
      <pc:sldChg chg="del">
        <pc:chgData name="김빛나라 영어4 Cell" userId="S::kimbnr@visang.com::396f7498-b2ba-42e3-a1bb-3776ff026fd0" providerId="AD" clId="Web-{ADA31499-6BC1-484D-8655-07AFB9AA4208}" dt="2025-01-09T07:06:44.557" v="1"/>
        <pc:sldMkLst>
          <pc:docMk/>
          <pc:sldMk cId="1872608559" sldId="838"/>
        </pc:sldMkLst>
      </pc:sldChg>
      <pc:sldChg chg="add">
        <pc:chgData name="김빛나라 영어4 Cell" userId="S::kimbnr@visang.com::396f7498-b2ba-42e3-a1bb-3776ff026fd0" providerId="AD" clId="Web-{ADA31499-6BC1-484D-8655-07AFB9AA4208}" dt="2025-01-09T07:06:42.104" v="0"/>
        <pc:sldMkLst>
          <pc:docMk/>
          <pc:sldMk cId="192115058" sldId="854"/>
        </pc:sldMkLst>
      </pc:sldChg>
    </pc:docChg>
  </pc:docChgLst>
  <pc:docChgLst>
    <pc:chgData name="Jk Jongkyoung Choi" userId="S::jk.j.choi@selvas.com::986af221-791e-4efa-b691-35f690c87810" providerId="AD" clId="Web-{4D44BA79-F82E-4E7A-5B8A-0E97E2C67906}"/>
    <pc:docChg chg="modSld">
      <pc:chgData name="Jk Jongkyoung Choi" userId="S::jk.j.choi@selvas.com::986af221-791e-4efa-b691-35f690c87810" providerId="AD" clId="Web-{4D44BA79-F82E-4E7A-5B8A-0E97E2C67906}" dt="2025-01-17T01:11:08.672" v="1"/>
      <pc:docMkLst>
        <pc:docMk/>
      </pc:docMkLst>
      <pc:sldChg chg="modSp">
        <pc:chgData name="Jk Jongkyoung Choi" userId="S::jk.j.choi@selvas.com::986af221-791e-4efa-b691-35f690c87810" providerId="AD" clId="Web-{4D44BA79-F82E-4E7A-5B8A-0E97E2C67906}" dt="2025-01-17T01:11:08.672" v="1"/>
        <pc:sldMkLst>
          <pc:docMk/>
          <pc:sldMk cId="892676295" sldId="845"/>
        </pc:sldMkLst>
      </pc:sldChg>
    </pc:docChg>
  </pc:docChgLst>
  <pc:docChgLst>
    <pc:chgData name="게스트 사용자" userId="S::urn:spo:anon#6aeb005759e1b2b398544c62c21a2fb74620489b254a04bf4d4f2a1b1f25aeaf::" providerId="AD" clId="Web-{16625510-CE46-A676-B3D1-9C01D731C3ED}"/>
    <pc:docChg chg="modSld">
      <pc:chgData name="게스트 사용자" userId="S::urn:spo:anon#6aeb005759e1b2b398544c62c21a2fb74620489b254a04bf4d4f2a1b1f25aeaf::" providerId="AD" clId="Web-{16625510-CE46-A676-B3D1-9C01D731C3ED}" dt="2025-01-15T14:13:25.083" v="13" actId="1076"/>
      <pc:docMkLst>
        <pc:docMk/>
      </pc:docMkLst>
      <pc:sldChg chg="modSp">
        <pc:chgData name="게스트 사용자" userId="S::urn:spo:anon#6aeb005759e1b2b398544c62c21a2fb74620489b254a04bf4d4f2a1b1f25aeaf::" providerId="AD" clId="Web-{16625510-CE46-A676-B3D1-9C01D731C3ED}" dt="2025-01-15T14:13:25.083" v="13" actId="1076"/>
        <pc:sldMkLst>
          <pc:docMk/>
          <pc:sldMk cId="63402817" sldId="848"/>
        </pc:sldMkLst>
        <pc:graphicFrameChg chg="mod modGraphic">
          <ac:chgData name="게스트 사용자" userId="S::urn:spo:anon#6aeb005759e1b2b398544c62c21a2fb74620489b254a04bf4d4f2a1b1f25aeaf::" providerId="AD" clId="Web-{16625510-CE46-A676-B3D1-9C01D731C3ED}" dt="2025-01-15T14:13:25.083" v="13" actId="1076"/>
          <ac:graphicFrameMkLst>
            <pc:docMk/>
            <pc:sldMk cId="63402817" sldId="848"/>
            <ac:graphicFrameMk id="3" creationId="{198EEDB3-F212-E61C-B51F-1EF5FC7AA552}"/>
          </ac:graphicFrameMkLst>
        </pc:graphicFrameChg>
      </pc:sldChg>
      <pc:sldChg chg="modSp">
        <pc:chgData name="게스트 사용자" userId="S::urn:spo:anon#6aeb005759e1b2b398544c62c21a2fb74620489b254a04bf4d4f2a1b1f25aeaf::" providerId="AD" clId="Web-{16625510-CE46-A676-B3D1-9C01D731C3ED}" dt="2025-01-15T09:41:20.636" v="1" actId="14100"/>
        <pc:sldMkLst>
          <pc:docMk/>
          <pc:sldMk cId="192115058" sldId="854"/>
        </pc:sldMkLst>
      </pc:sldChg>
    </pc:docChg>
  </pc:docChgLst>
  <pc:docChgLst>
    <pc:chgData name="게스트 사용자" userId="S::urn:spo:anon#d0dcb2d7d62a33bc291360e13c024a724d143901909bce96d43441b796324a70::" providerId="AD" clId="Web-{DBFBD06A-2329-8B34-BDE1-D191A2F125DA}"/>
    <pc:docChg chg="mod">
      <pc:chgData name="게스트 사용자" userId="S::urn:spo:anon#d0dcb2d7d62a33bc291360e13c024a724d143901909bce96d43441b796324a70::" providerId="AD" clId="Web-{DBFBD06A-2329-8B34-BDE1-D191A2F125DA}" dt="2025-01-09T08:46:16.795" v="0"/>
      <pc:docMkLst>
        <pc:docMk/>
      </pc:docMkLst>
    </pc:docChg>
  </pc:docChgLst>
  <pc:docChgLst>
    <pc:chgData name="게스트 사용자" userId="S::urn:spo:anon#8a7e8f36b38064be569a3557f674e2c0a22efe5cbae8a2796076e944ff732f81::" providerId="AD" clId="Web-{BFF596F6-B2A8-4AEC-48DC-794BE72DBB23}"/>
    <pc:docChg chg="modSld">
      <pc:chgData name="게스트 사용자" userId="S::urn:spo:anon#8a7e8f36b38064be569a3557f674e2c0a22efe5cbae8a2796076e944ff732f81::" providerId="AD" clId="Web-{BFF596F6-B2A8-4AEC-48DC-794BE72DBB23}" dt="2025-01-16T19:03:47.451" v="2"/>
      <pc:docMkLst>
        <pc:docMk/>
      </pc:docMkLst>
      <pc:sldChg chg="modSp">
        <pc:chgData name="게스트 사용자" userId="S::urn:spo:anon#8a7e8f36b38064be569a3557f674e2c0a22efe5cbae8a2796076e944ff732f81::" providerId="AD" clId="Web-{BFF596F6-B2A8-4AEC-48DC-794BE72DBB23}" dt="2025-01-16T19:03:47.451" v="2"/>
        <pc:sldMkLst>
          <pc:docMk/>
          <pc:sldMk cId="4245351878" sldId="846"/>
        </pc:sldMkLst>
      </pc:sldChg>
      <pc:sldChg chg="modSp">
        <pc:chgData name="게스트 사용자" userId="S::urn:spo:anon#8a7e8f36b38064be569a3557f674e2c0a22efe5cbae8a2796076e944ff732f81::" providerId="AD" clId="Web-{BFF596F6-B2A8-4AEC-48DC-794BE72DBB23}" dt="2025-01-16T15:17:27.451" v="0" actId="1076"/>
        <pc:sldMkLst>
          <pc:docMk/>
          <pc:sldMk cId="768158220" sldId="857"/>
        </pc:sldMkLst>
      </pc:sldChg>
    </pc:docChg>
  </pc:docChgLst>
  <pc:docChgLst>
    <pc:chgData name="Leslie Yeseul Yi" userId="68cd14d5-c68c-4635-b15b-97c7c3411f19" providerId="ADAL" clId="{1C72FDE0-CAFB-4E19-AD11-87BD73EC4F8E}"/>
    <pc:docChg chg="custSel addSld delSld modSld modSection">
      <pc:chgData name="Leslie Yeseul Yi" userId="68cd14d5-c68c-4635-b15b-97c7c3411f19" providerId="ADAL" clId="{1C72FDE0-CAFB-4E19-AD11-87BD73EC4F8E}" dt="2025-01-09T08:04:22.522" v="16" actId="47"/>
      <pc:docMkLst>
        <pc:docMk/>
      </pc:docMkLst>
      <pc:sldChg chg="modSp mod modCm">
        <pc:chgData name="Leslie Yeseul Yi" userId="68cd14d5-c68c-4635-b15b-97c7c3411f19" providerId="ADAL" clId="{1C72FDE0-CAFB-4E19-AD11-87BD73EC4F8E}" dt="2025-01-09T07:49:58.195" v="2"/>
        <pc:sldMkLst>
          <pc:docMk/>
          <pc:sldMk cId="63402817" sldId="848"/>
        </pc:sldMkLst>
        <pc:graphicFrameChg chg="mod modGraphic">
          <ac:chgData name="Leslie Yeseul Yi" userId="68cd14d5-c68c-4635-b15b-97c7c3411f19" providerId="ADAL" clId="{1C72FDE0-CAFB-4E19-AD11-87BD73EC4F8E}" dt="2025-01-09T07:49:58.195" v="2"/>
          <ac:graphicFrameMkLst>
            <pc:docMk/>
            <pc:sldMk cId="63402817" sldId="848"/>
            <ac:graphicFrameMk id="3" creationId="{198EEDB3-F212-E61C-B51F-1EF5FC7AA552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eslie Yeseul Yi" userId="68cd14d5-c68c-4635-b15b-97c7c3411f19" providerId="ADAL" clId="{1C72FDE0-CAFB-4E19-AD11-87BD73EC4F8E}" dt="2025-01-09T07:49:57.511" v="1" actId="20577"/>
              <pc2:cmMkLst xmlns:pc2="http://schemas.microsoft.com/office/powerpoint/2019/9/main/command">
                <pc:docMk/>
                <pc:sldMk cId="63402817" sldId="848"/>
                <pc2:cmMk id="{BCEF4728-1CD1-4BCE-8C6F-FA3B459824A5}"/>
              </pc2:cmMkLst>
            </pc226:cmChg>
          </p:ext>
        </pc:extLst>
      </pc:sldChg>
      <pc:sldChg chg="delSp modSp add del mod">
        <pc:chgData name="Leslie Yeseul Yi" userId="68cd14d5-c68c-4635-b15b-97c7c3411f19" providerId="ADAL" clId="{1C72FDE0-CAFB-4E19-AD11-87BD73EC4F8E}" dt="2025-01-09T08:04:22.522" v="16" actId="47"/>
        <pc:sldMkLst>
          <pc:docMk/>
          <pc:sldMk cId="4188794021" sldId="856"/>
        </pc:sldMkLst>
      </pc:sldChg>
    </pc:docChg>
  </pc:docChgLst>
  <pc:docChgLst>
    <pc:chgData name="Jk Jongkyoung Choi" userId="986af221-791e-4efa-b691-35f690c87810" providerId="ADAL" clId="{7047929D-AE25-468A-A205-0EB15C580A89}"/>
    <pc:docChg chg="undo custSel addSld modSld">
      <pc:chgData name="Jk Jongkyoung Choi" userId="986af221-791e-4efa-b691-35f690c87810" providerId="ADAL" clId="{7047929D-AE25-468A-A205-0EB15C580A89}" dt="2025-01-09T08:02:57.017" v="1011" actId="20577"/>
      <pc:docMkLst>
        <pc:docMk/>
      </pc:docMkLst>
      <pc:sldChg chg="addSp delSp modSp mod modCm">
        <pc:chgData name="Jk Jongkyoung Choi" userId="986af221-791e-4efa-b691-35f690c87810" providerId="ADAL" clId="{7047929D-AE25-468A-A205-0EB15C580A89}" dt="2025-01-09T08:02:44.369" v="1006"/>
        <pc:sldMkLst>
          <pc:docMk/>
          <pc:sldMk cId="3716242283" sldId="84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k Jongkyoung Choi" userId="986af221-791e-4efa-b691-35f690c87810" providerId="ADAL" clId="{7047929D-AE25-468A-A205-0EB15C580A89}" dt="2025-01-09T07:49:56.828" v="181" actId="20577"/>
              <pc2:cmMkLst xmlns:pc2="http://schemas.microsoft.com/office/powerpoint/2019/9/main/command">
                <pc:docMk/>
                <pc:sldMk cId="3716242283" sldId="847"/>
                <pc2:cmMk id="{21366D71-7736-42D8-89E6-64F26CCE4A71}"/>
              </pc2:cmMkLst>
            </pc226:cmChg>
            <pc226:cmChg xmlns:pc226="http://schemas.microsoft.com/office/powerpoint/2022/06/main/command" chg="mod">
              <pc226:chgData name="Jk Jongkyoung Choi" userId="986af221-791e-4efa-b691-35f690c87810" providerId="ADAL" clId="{7047929D-AE25-468A-A205-0EB15C580A89}" dt="2025-01-09T08:02:44.058" v="1005" actId="20577"/>
              <pc2:cmMkLst xmlns:pc2="http://schemas.microsoft.com/office/powerpoint/2019/9/main/command">
                <pc:docMk/>
                <pc:sldMk cId="3716242283" sldId="847"/>
                <pc2:cmMk id="{D4614F91-B69C-4B94-B237-98F611C0084D}"/>
              </pc2:cmMkLst>
            </pc226:cmChg>
          </p:ext>
        </pc:extLst>
      </pc:sldChg>
      <pc:sldChg chg="addSp delSp modSp mod modCm">
        <pc:chgData name="Jk Jongkyoung Choi" userId="986af221-791e-4efa-b691-35f690c87810" providerId="ADAL" clId="{7047929D-AE25-468A-A205-0EB15C580A89}" dt="2025-01-09T08:02:57.017" v="1011" actId="20577"/>
        <pc:sldMkLst>
          <pc:docMk/>
          <pc:sldMk cId="63402817" sldId="848"/>
        </pc:sldMkLst>
        <pc:graphicFrameChg chg="mod modGraphic">
          <ac:chgData name="Jk Jongkyoung Choi" userId="986af221-791e-4efa-b691-35f690c87810" providerId="ADAL" clId="{7047929D-AE25-468A-A205-0EB15C580A89}" dt="2025-01-09T08:02:57.017" v="1011" actId="20577"/>
          <ac:graphicFrameMkLst>
            <pc:docMk/>
            <pc:sldMk cId="63402817" sldId="848"/>
            <ac:graphicFrameMk id="3" creationId="{198EEDB3-F212-E61C-B51F-1EF5FC7AA552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k Jongkyoung Choi" userId="986af221-791e-4efa-b691-35f690c87810" providerId="ADAL" clId="{7047929D-AE25-468A-A205-0EB15C580A89}" dt="2025-01-09T07:56:03.940" v="539" actId="6549"/>
              <pc2:cmMkLst xmlns:pc2="http://schemas.microsoft.com/office/powerpoint/2019/9/main/command">
                <pc:docMk/>
                <pc:sldMk cId="63402817" sldId="848"/>
                <pc2:cmMk id="{ABE1530B-79A1-4C42-B2E1-475467903C3E}"/>
              </pc2:cmMkLst>
            </pc226:cmChg>
            <pc226:cmChg xmlns:pc226="http://schemas.microsoft.com/office/powerpoint/2022/06/main/command" chg="mod">
              <pc226:chgData name="Jk Jongkyoung Choi" userId="986af221-791e-4efa-b691-35f690c87810" providerId="ADAL" clId="{7047929D-AE25-468A-A205-0EB15C580A89}" dt="2025-01-09T08:02:57.017" v="1011" actId="20577"/>
              <pc2:cmMkLst xmlns:pc2="http://schemas.microsoft.com/office/powerpoint/2019/9/main/command">
                <pc:docMk/>
                <pc:sldMk cId="63402817" sldId="848"/>
                <pc2:cmMk id="{BCEF4728-1CD1-4BCE-8C6F-FA3B459824A5}"/>
              </pc2:cmMkLst>
            </pc226:cmChg>
            <pc226:cmChg xmlns:pc226="http://schemas.microsoft.com/office/powerpoint/2022/06/main/command" chg="mod">
              <pc226:chgData name="Jk Jongkyoung Choi" userId="986af221-791e-4efa-b691-35f690c87810" providerId="ADAL" clId="{7047929D-AE25-468A-A205-0EB15C580A89}" dt="2025-01-09T07:57:24.347" v="692" actId="20577"/>
              <pc2:cmMkLst xmlns:pc2="http://schemas.microsoft.com/office/powerpoint/2019/9/main/command">
                <pc:docMk/>
                <pc:sldMk cId="63402817" sldId="848"/>
                <pc2:cmMk id="{9F702E65-D3C1-405F-BC26-96C30590FCD2}"/>
              </pc2:cmMkLst>
            </pc226:cmChg>
            <pc226:cmChg xmlns:pc226="http://schemas.microsoft.com/office/powerpoint/2022/06/main/command" chg="mod">
              <pc226:chgData name="Jk Jongkyoung Choi" userId="986af221-791e-4efa-b691-35f690c87810" providerId="ADAL" clId="{7047929D-AE25-468A-A205-0EB15C580A89}" dt="2025-01-09T07:56:03.940" v="539" actId="6549"/>
              <pc2:cmMkLst xmlns:pc2="http://schemas.microsoft.com/office/powerpoint/2019/9/main/command">
                <pc:docMk/>
                <pc:sldMk cId="63402817" sldId="848"/>
                <pc2:cmMk id="{7E72306C-9C8F-43E2-AD13-03C10A15A07B}"/>
              </pc2:cmMkLst>
            </pc226:cmChg>
          </p:ext>
        </pc:extLst>
      </pc:sldChg>
      <pc:sldChg chg="addSp modSp mod">
        <pc:chgData name="Jk Jongkyoung Choi" userId="986af221-791e-4efa-b691-35f690c87810" providerId="ADAL" clId="{7047929D-AE25-468A-A205-0EB15C580A89}" dt="2025-01-09T08:02:17.834" v="959" actId="113"/>
        <pc:sldMkLst>
          <pc:docMk/>
          <pc:sldMk cId="970553564" sldId="849"/>
        </pc:sldMkLst>
      </pc:sldChg>
      <pc:sldChg chg="modSp add mod">
        <pc:chgData name="Jk Jongkyoung Choi" userId="986af221-791e-4efa-b691-35f690c87810" providerId="ADAL" clId="{7047929D-AE25-468A-A205-0EB15C580A89}" dt="2025-01-09T07:58:51.580" v="695" actId="2165"/>
        <pc:sldMkLst>
          <pc:docMk/>
          <pc:sldMk cId="1570258396" sldId="855"/>
        </pc:sldMkLst>
      </pc:sldChg>
      <pc:sldChg chg="modSp add mod">
        <pc:chgData name="Jk Jongkyoung Choi" userId="986af221-791e-4efa-b691-35f690c87810" providerId="ADAL" clId="{7047929D-AE25-468A-A205-0EB15C580A89}" dt="2025-01-09T07:59:34.752" v="698" actId="2165"/>
        <pc:sldMkLst>
          <pc:docMk/>
          <pc:sldMk cId="768158220" sldId="857"/>
        </pc:sldMkLst>
      </pc:sldChg>
    </pc:docChg>
  </pc:docChgLst>
  <pc:docChgLst>
    <pc:chgData name="게스트 사용자" userId="S::urn:spo:anon#8a7e8f36b38064be569a3557f674e2c0a22efe5cbae8a2796076e944ff732f81::" providerId="AD" clId="Web-{2FBA4E8C-E388-248A-92BA-E4F1DBDED0BA}"/>
    <pc:docChg chg="modSld">
      <pc:chgData name="게스트 사용자" userId="S::urn:spo:anon#8a7e8f36b38064be569a3557f674e2c0a22efe5cbae8a2796076e944ff732f81::" providerId="AD" clId="Web-{2FBA4E8C-E388-248A-92BA-E4F1DBDED0BA}" dt="2025-01-20T07:14:18.388" v="3" actId="14100"/>
      <pc:docMkLst>
        <pc:docMk/>
      </pc:docMkLst>
      <pc:sldChg chg="modSp">
        <pc:chgData name="게스트 사용자" userId="S::urn:spo:anon#8a7e8f36b38064be569a3557f674e2c0a22efe5cbae8a2796076e944ff732f81::" providerId="AD" clId="Web-{2FBA4E8C-E388-248A-92BA-E4F1DBDED0BA}" dt="2025-01-20T07:14:18.388" v="3" actId="14100"/>
        <pc:sldMkLst>
          <pc:docMk/>
          <pc:sldMk cId="63402817" sldId="848"/>
        </pc:sldMkLst>
      </pc:sldChg>
    </pc:docChg>
  </pc:docChgLst>
  <pc:docChgLst>
    <pc:chgData name="Jk Jongkyoung Choi" userId="S::jk.j.choi@selvas.com::986af221-791e-4efa-b691-35f690c87810" providerId="AD" clId="Web-{B34CF080-EB9F-5813-1585-DD5D9F28E00E}"/>
    <pc:docChg chg="modSld">
      <pc:chgData name="Jk Jongkyoung Choi" userId="S::jk.j.choi@selvas.com::986af221-791e-4efa-b691-35f690c87810" providerId="AD" clId="Web-{B34CF080-EB9F-5813-1585-DD5D9F28E00E}" dt="2025-03-04T07:54:22.102" v="15"/>
      <pc:docMkLst>
        <pc:docMk/>
      </pc:docMkLst>
      <pc:sldChg chg="modSp">
        <pc:chgData name="Jk Jongkyoung Choi" userId="S::jk.j.choi@selvas.com::986af221-791e-4efa-b691-35f690c87810" providerId="AD" clId="Web-{B34CF080-EB9F-5813-1585-DD5D9F28E00E}" dt="2025-03-04T07:54:22.102" v="15"/>
        <pc:sldMkLst>
          <pc:docMk/>
          <pc:sldMk cId="840069449" sldId="912"/>
        </pc:sldMkLst>
        <pc:graphicFrameChg chg="mod modGraphic">
          <ac:chgData name="Jk Jongkyoung Choi" userId="S::jk.j.choi@selvas.com::986af221-791e-4efa-b691-35f690c87810" providerId="AD" clId="Web-{B34CF080-EB9F-5813-1585-DD5D9F28E00E}" dt="2025-03-04T07:54:22.102" v="15"/>
          <ac:graphicFrameMkLst>
            <pc:docMk/>
            <pc:sldMk cId="840069449" sldId="912"/>
            <ac:graphicFrameMk id="13" creationId="{5C8C9EBD-786F-9A41-0B24-31A6EA3690A4}"/>
          </ac:graphicFrameMkLst>
        </pc:graphicFrameChg>
      </pc:sldChg>
    </pc:docChg>
  </pc:docChgLst>
  <pc:docChgLst>
    <pc:chgData name="Linda Mihyeong Kim" userId="S::mhkim@selvas.com::7d443938-33cd-4615-a633-bd7988d47048" providerId="AD" clId="Web-{FC53897A-6B0C-0A44-78C7-5D332D0EC2C3}"/>
    <pc:docChg chg="mod">
      <pc:chgData name="Linda Mihyeong Kim" userId="S::mhkim@selvas.com::7d443938-33cd-4615-a633-bd7988d47048" providerId="AD" clId="Web-{FC53897A-6B0C-0A44-78C7-5D332D0EC2C3}" dt="2025-01-09T09:07:18.562" v="0"/>
      <pc:docMkLst>
        <pc:docMk/>
      </pc:docMkLst>
    </pc:docChg>
  </pc:docChgLst>
  <pc:docChgLst>
    <pc:chgData name="Jk Jongkyoung Choi" userId="986af221-791e-4efa-b691-35f690c87810" providerId="ADAL" clId="{74ED6F96-71EE-4431-B3C9-364C8CE55667}"/>
    <pc:docChg chg="undo custSel addSld modSld modMainMaster">
      <pc:chgData name="Jk Jongkyoung Choi" userId="986af221-791e-4efa-b691-35f690c87810" providerId="ADAL" clId="{74ED6F96-71EE-4431-B3C9-364C8CE55667}" dt="2025-01-23T02:22:47.814" v="2113" actId="1037"/>
      <pc:docMkLst>
        <pc:docMk/>
      </pc:docMkLst>
      <pc:sldChg chg="addSp delSp modSp mod">
        <pc:chgData name="Jk Jongkyoung Choi" userId="986af221-791e-4efa-b691-35f690c87810" providerId="ADAL" clId="{74ED6F96-71EE-4431-B3C9-364C8CE55667}" dt="2025-01-23T01:48:13.202" v="1144" actId="20577"/>
        <pc:sldMkLst>
          <pc:docMk/>
          <pc:sldMk cId="3716242283" sldId="847"/>
        </pc:sldMkLst>
      </pc:sldChg>
      <pc:sldChg chg="addSp delSp modSp mod">
        <pc:chgData name="Jk Jongkyoung Choi" userId="986af221-791e-4efa-b691-35f690c87810" providerId="ADAL" clId="{74ED6F96-71EE-4431-B3C9-364C8CE55667}" dt="2025-01-23T01:49:21.576" v="1172" actId="20577"/>
        <pc:sldMkLst>
          <pc:docMk/>
          <pc:sldMk cId="970553564" sldId="849"/>
        </pc:sldMkLst>
      </pc:sldChg>
      <pc:sldChg chg="modSp add mod">
        <pc:chgData name="Jk Jongkyoung Choi" userId="986af221-791e-4efa-b691-35f690c87810" providerId="ADAL" clId="{74ED6F96-71EE-4431-B3C9-364C8CE55667}" dt="2025-01-23T01:49:05.064" v="1163" actId="20577"/>
        <pc:sldMkLst>
          <pc:docMk/>
          <pc:sldMk cId="4282708644" sldId="858"/>
        </pc:sldMkLst>
      </pc:sldChg>
      <pc:sldChg chg="addSp delSp modSp add mod modClrScheme chgLayout">
        <pc:chgData name="Jk Jongkyoung Choi" userId="986af221-791e-4efa-b691-35f690c87810" providerId="ADAL" clId="{74ED6F96-71EE-4431-B3C9-364C8CE55667}" dt="2025-01-23T02:22:47.814" v="2113" actId="1037"/>
        <pc:sldMkLst>
          <pc:docMk/>
          <pc:sldMk cId="3786195378" sldId="859"/>
        </pc:sldMkLst>
      </pc:sldChg>
      <pc:sldMasterChg chg="modSp mod">
        <pc:chgData name="Jk Jongkyoung Choi" userId="986af221-791e-4efa-b691-35f690c87810" providerId="ADAL" clId="{74ED6F96-71EE-4431-B3C9-364C8CE55667}" dt="2025-01-23T01:45:15.788" v="790" actId="21"/>
        <pc:sldMasterMkLst>
          <pc:docMk/>
          <pc:sldMasterMk cId="2488470889" sldId="2147483693"/>
        </pc:sldMasterMkLst>
      </pc:sldMasterChg>
    </pc:docChg>
  </pc:docChgLst>
  <pc:docChgLst>
    <pc:chgData name="김빛나라 영어4 Cell" userId="S::kimbnr@visang.com::396f7498-b2ba-42e3-a1bb-3776ff026fd0" providerId="AD" clId="Web-{276DDEDC-E235-8C19-7ECE-8C577D704661}"/>
    <pc:docChg chg="modSld">
      <pc:chgData name="김빛나라 영어4 Cell" userId="S::kimbnr@visang.com::396f7498-b2ba-42e3-a1bb-3776ff026fd0" providerId="AD" clId="Web-{276DDEDC-E235-8C19-7ECE-8C577D704661}" dt="2025-01-09T06:35:49.984" v="22"/>
      <pc:docMkLst>
        <pc:docMk/>
      </pc:docMkLst>
      <pc:sldChg chg="modSp">
        <pc:chgData name="김빛나라 영어4 Cell" userId="S::kimbnr@visang.com::396f7498-b2ba-42e3-a1bb-3776ff026fd0" providerId="AD" clId="Web-{276DDEDC-E235-8C19-7ECE-8C577D704661}" dt="2025-01-09T06:35:49.984" v="22"/>
        <pc:sldMkLst>
          <pc:docMk/>
          <pc:sldMk cId="1008386239" sldId="853"/>
        </pc:sldMkLst>
      </pc:sldChg>
    </pc:docChg>
  </pc:docChgLst>
  <pc:docChgLst>
    <pc:chgData name="김빛나라 영어4 Cell" userId="S::kimbnr@visang.com::396f7498-b2ba-42e3-a1bb-3776ff026fd0" providerId="AD" clId="Web-{7720AA0E-0187-2BDF-FD7B-FD76F1E52795}"/>
    <pc:docChg chg="modSld">
      <pc:chgData name="김빛나라 영어4 Cell" userId="S::kimbnr@visang.com::396f7498-b2ba-42e3-a1bb-3776ff026fd0" providerId="AD" clId="Web-{7720AA0E-0187-2BDF-FD7B-FD76F1E52795}" dt="2025-01-09T07:19:27.335" v="5" actId="1076"/>
      <pc:docMkLst>
        <pc:docMk/>
      </pc:docMkLst>
      <pc:sldChg chg="addSp modSp">
        <pc:chgData name="김빛나라 영어4 Cell" userId="S::kimbnr@visang.com::396f7498-b2ba-42e3-a1bb-3776ff026fd0" providerId="AD" clId="Web-{7720AA0E-0187-2BDF-FD7B-FD76F1E52795}" dt="2025-01-09T07:19:27.335" v="5" actId="1076"/>
        <pc:sldMkLst>
          <pc:docMk/>
          <pc:sldMk cId="192115058" sldId="85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165E58A-2721-4A88-97EC-1CD8C3430C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B79DD1-439D-4D65-8C12-E36107E7BE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AB8C0-C7A4-4E51-92BF-93BE9E89775C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078486-6465-4FC4-8E5F-E60C95DFAD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0454AC-A70D-4D1B-AC21-BDA80E219D9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6154D8-47D8-49BD-BA98-B22B940D03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8775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1046B-FCB1-49E1-B2DC-2224A45541EC}" type="datetimeFigureOut">
              <a:rPr lang="ko-KR" altLang="en-US" smtClean="0"/>
              <a:t>2025-03-03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BA544-E6D6-4609-AE7E-6EC86694E7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22312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5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BA544-E6D6-4609-AE7E-6EC86694E74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643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BA544-E6D6-4609-AE7E-6EC86694E74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707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C04D-50FF-003F-065C-241619DF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E9E9EC-49DF-A95C-07A1-FDC479BB3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2EB5AA-2B1E-CA5C-9C8C-B5EE02F0E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8672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pPr>
              <a:lnSpc>
                <a:spcPts val="1300"/>
              </a:lnSpc>
            </a:pPr>
            <a:endParaRPr lang="en-US" altLang="ko-KR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 panose="020B0503020000020004" pitchFamily="34" charset="-127"/>
              <a:cs typeface="Calibri"/>
            </a:endParaRPr>
          </a:p>
          <a:p>
            <a:pPr marL="173355" indent="-173355">
              <a:lnSpc>
                <a:spcPts val="1300"/>
              </a:lnSpc>
            </a:pPr>
            <a:endParaRPr lang="ko-KR" altLang="en-US">
              <a:latin typeface="맑은 고딕" panose="020F0502020204030204"/>
              <a:cs typeface="Calibri"/>
            </a:endParaRPr>
          </a:p>
          <a:p>
            <a:endParaRPr lang="en-US" altLang="ko-KR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7629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CE6A-FFFF-FEB8-3987-60978197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DAE812-5C6E-8153-8F89-2BA53FA094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C4662A-692D-02D3-6666-1FE1FAA4C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pPr>
              <a:lnSpc>
                <a:spcPts val="1300"/>
              </a:lnSpc>
            </a:pPr>
            <a:endParaRPr lang="en-US" altLang="ko-KR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 panose="020B0503020000020004" pitchFamily="34" charset="-127"/>
              <a:cs typeface="Calibri"/>
            </a:endParaRPr>
          </a:p>
          <a:p>
            <a:pPr marL="173355" indent="-173355">
              <a:lnSpc>
                <a:spcPts val="1300"/>
              </a:lnSpc>
            </a:pPr>
            <a:endParaRPr lang="ko-KR" altLang="en-US">
              <a:latin typeface="맑은 고딕" panose="020F0502020204030204"/>
              <a:cs typeface="Calibri"/>
            </a:endParaRPr>
          </a:p>
          <a:p>
            <a:endParaRPr lang="en-US" altLang="ko-KR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7330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7EDEF-6F48-5E47-C69E-6563039F4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BCF3A4-4628-6E0F-FF0C-53C670825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6A78CF-6687-ED14-E472-6DEBEA638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pPr>
              <a:lnSpc>
                <a:spcPts val="1300"/>
              </a:lnSpc>
            </a:pPr>
            <a:endParaRPr lang="en-US" altLang="ko-KR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 panose="020B0503020000020004" pitchFamily="34" charset="-127"/>
              <a:cs typeface="Calibri"/>
            </a:endParaRPr>
          </a:p>
          <a:p>
            <a:pPr marL="173355" indent="-173355">
              <a:lnSpc>
                <a:spcPts val="1300"/>
              </a:lnSpc>
            </a:pPr>
            <a:endParaRPr lang="ko-KR" altLang="en-US">
              <a:latin typeface="맑은 고딕" panose="020F0502020204030204"/>
              <a:cs typeface="Calibri"/>
            </a:endParaRPr>
          </a:p>
          <a:p>
            <a:endParaRPr lang="en-US" altLang="ko-KR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2203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7E3D4-594B-DA41-BA47-05D39FA06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54782C-75AD-8B09-084D-CF666DFE6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4D84EA-9664-E95A-6A0C-20B7B30DF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pPr>
              <a:lnSpc>
                <a:spcPts val="1300"/>
              </a:lnSpc>
            </a:pPr>
            <a:endParaRPr lang="en-US" altLang="ko-KR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 panose="020B0503020000020004" pitchFamily="34" charset="-127"/>
              <a:cs typeface="Calibri"/>
            </a:endParaRPr>
          </a:p>
          <a:p>
            <a:pPr marL="173355" indent="-173355">
              <a:lnSpc>
                <a:spcPts val="1300"/>
              </a:lnSpc>
            </a:pPr>
            <a:endParaRPr lang="ko-KR" altLang="en-US">
              <a:latin typeface="맑은 고딕" panose="020F0502020204030204"/>
              <a:cs typeface="Calibri"/>
            </a:endParaRPr>
          </a:p>
          <a:p>
            <a:endParaRPr lang="en-US" altLang="ko-KR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1446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DFF25-5C53-4F15-62D4-E8D71E8C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D07FB0-C508-2AF2-0D8C-E565CA519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A9123B-6B74-1888-457E-129D1E615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pPr>
              <a:lnSpc>
                <a:spcPts val="1300"/>
              </a:lnSpc>
            </a:pPr>
            <a:endParaRPr lang="en-US" altLang="ko-KR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 panose="020B0503020000020004" pitchFamily="34" charset="-127"/>
              <a:cs typeface="Calibri"/>
            </a:endParaRPr>
          </a:p>
          <a:p>
            <a:pPr marL="173355" indent="-173355">
              <a:lnSpc>
                <a:spcPts val="1300"/>
              </a:lnSpc>
            </a:pPr>
            <a:endParaRPr lang="ko-KR" altLang="en-US">
              <a:latin typeface="맑은 고딕" panose="020F0502020204030204"/>
              <a:cs typeface="Calibri"/>
            </a:endParaRPr>
          </a:p>
          <a:p>
            <a:endParaRPr lang="en-US" altLang="ko-KR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94941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62359-4961-CDE4-93B1-41323FA8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88686A-57D3-EBDA-3231-B18831D2A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477467-1B20-B1A2-2D1C-C8369FF60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pPr>
              <a:lnSpc>
                <a:spcPts val="1300"/>
              </a:lnSpc>
            </a:pPr>
            <a:endParaRPr lang="en-US" altLang="ko-KR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 panose="020B0503020000020004" pitchFamily="34" charset="-127"/>
              <a:cs typeface="Calibri"/>
            </a:endParaRPr>
          </a:p>
          <a:p>
            <a:pPr marL="173355" indent="-173355">
              <a:lnSpc>
                <a:spcPts val="1300"/>
              </a:lnSpc>
            </a:pPr>
            <a:endParaRPr lang="ko-KR" altLang="en-US">
              <a:latin typeface="맑은 고딕" panose="020F0502020204030204"/>
              <a:cs typeface="Calibri"/>
            </a:endParaRPr>
          </a:p>
          <a:p>
            <a:endParaRPr lang="en-US" altLang="ko-KR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5973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62AA-6702-0442-AA9F-CACB02DDB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E1B9A6-AF3B-808D-ABBD-700FF3564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A5B447-A00B-FF3A-E65C-E14ED1BA6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pPr>
              <a:lnSpc>
                <a:spcPts val="1300"/>
              </a:lnSpc>
            </a:pPr>
            <a:endParaRPr lang="en-US" altLang="ko-KR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 panose="020B0503020000020004" pitchFamily="34" charset="-127"/>
              <a:cs typeface="Calibri"/>
            </a:endParaRPr>
          </a:p>
          <a:p>
            <a:pPr marL="173355" indent="-173355">
              <a:lnSpc>
                <a:spcPts val="1300"/>
              </a:lnSpc>
            </a:pPr>
            <a:endParaRPr lang="ko-KR" altLang="en-US">
              <a:latin typeface="맑은 고딕" panose="020F0502020204030204"/>
              <a:cs typeface="Calibri"/>
            </a:endParaRPr>
          </a:p>
          <a:p>
            <a:endParaRPr lang="en-US" altLang="ko-KR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6575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93166-867A-170E-02C8-AD08D3C0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C49C4B-CD19-2F89-51D5-9566AEF01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67F792-CBBE-4E7B-97AA-02BF5C78F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pPr>
              <a:lnSpc>
                <a:spcPts val="1300"/>
              </a:lnSpc>
            </a:pPr>
            <a:endParaRPr lang="en-US" altLang="ko-KR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/>
            </a:endParaRPr>
          </a:p>
          <a:p>
            <a:endParaRPr lang="en-US">
              <a:ea typeface="맑은 고딕" panose="020B0503020000020004" pitchFamily="34" charset="-127"/>
              <a:cs typeface="Calibri"/>
            </a:endParaRPr>
          </a:p>
          <a:p>
            <a:pPr marL="173355" indent="-173355">
              <a:lnSpc>
                <a:spcPts val="1300"/>
              </a:lnSpc>
            </a:pPr>
            <a:endParaRPr lang="ko-KR" altLang="en-US">
              <a:latin typeface="맑은 고딕" panose="020F0502020204030204"/>
              <a:cs typeface="Calibri"/>
            </a:endParaRPr>
          </a:p>
          <a:p>
            <a:endParaRPr lang="en-US" altLang="ko-KR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8549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E89CD-12F5-4D75-BBB4-3042AA5AA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190BA2-A0D2-8385-5D54-6291B15DF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879873-7E11-2AAB-E7C5-3A34175BC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8900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16CC9-2D6E-A660-D3E9-747669ADD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4E6790-6939-1A9F-BB5E-4430B2FD8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D4FF65-C366-0319-FA1B-4E1F9BA24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17004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LVAS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091" y="635435"/>
            <a:ext cx="1873144" cy="740516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905158" y="5621334"/>
            <a:ext cx="2757486" cy="276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067">
                <a:solidFill>
                  <a:srgbClr val="384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©2023 SELVAS</a:t>
            </a:r>
            <a:r>
              <a:rPr lang="en-US" altLang="ko-KR" sz="1067" baseline="0">
                <a:solidFill>
                  <a:srgbClr val="384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 AI Inc</a:t>
            </a:r>
            <a:r>
              <a:rPr lang="en-US" altLang="ko-KR" sz="1067">
                <a:solidFill>
                  <a:srgbClr val="384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. All rights reserved.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895286" y="5820264"/>
            <a:ext cx="4323620" cy="276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ts val="1600"/>
              </a:lnSpc>
              <a:defRPr sz="1067">
                <a:solidFill>
                  <a:srgbClr val="384F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sz="1067">
                <a:latin typeface="맑은 고딕" panose="020B0503020000020004" pitchFamily="50" charset="-127"/>
                <a:ea typeface="맑은 고딕" panose="020B0503020000020004" pitchFamily="50" charset="-127"/>
              </a:rPr>
              <a:t>Confidential and proprietary material for authorized persons only. </a:t>
            </a:r>
          </a:p>
        </p:txBody>
      </p:sp>
    </p:spTree>
    <p:extLst>
      <p:ext uri="{BB962C8B-B14F-4D97-AF65-F5344CB8AC3E}">
        <p14:creationId xmlns:p14="http://schemas.microsoft.com/office/powerpoint/2010/main" val="1165119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제목 개체 틀 1">
            <a:extLst>
              <a:ext uri="{FF2B5EF4-FFF2-40B4-BE49-F238E27FC236}">
                <a16:creationId xmlns:a16="http://schemas.microsoft.com/office/drawing/2014/main" id="{D22D290E-720E-6FD0-957D-086F3E3C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41" y="273686"/>
            <a:ext cx="10000502" cy="30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200">
                <a:solidFill>
                  <a:srgbClr val="2F424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61FD31F7-2DE3-69D8-5A18-C59D6F6AA9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2582" y="794756"/>
            <a:ext cx="1152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766C4FFC-04E4-6350-82B4-3B9B1B39DC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4762" y="794756"/>
            <a:ext cx="5779676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2" name="텍스트 개체 틀 40">
            <a:extLst>
              <a:ext uri="{FF2B5EF4-FFF2-40B4-BE49-F238E27FC236}">
                <a16:creationId xmlns:a16="http://schemas.microsoft.com/office/drawing/2014/main" id="{F4195FAE-5A21-5DAB-7E30-6CC7F33DB3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2118" y="794756"/>
            <a:ext cx="2088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r>
              <a:rPr lang="en-US" altLang="ko-KR"/>
              <a:t>2023.11.29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82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F7BD7B4-B6B3-4F40-987E-E06D7617EB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350" y="131326"/>
            <a:ext cx="1028700" cy="466725"/>
          </a:xfrm>
          <a:prstGeom prst="rect">
            <a:avLst/>
          </a:prstGeom>
        </p:spPr>
      </p:pic>
      <p:sp>
        <p:nvSpPr>
          <p:cNvPr id="3" name="제목 개체 틀 1">
            <a:extLst>
              <a:ext uri="{FF2B5EF4-FFF2-40B4-BE49-F238E27FC236}">
                <a16:creationId xmlns:a16="http://schemas.microsoft.com/office/drawing/2014/main" id="{761E582B-9489-75F1-048B-C5DFB031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41" y="273686"/>
            <a:ext cx="8543925" cy="30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200">
                <a:solidFill>
                  <a:srgbClr val="2F424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7A62DF-CB7D-26E5-35BC-E9BF399EEA31}"/>
              </a:ext>
            </a:extLst>
          </p:cNvPr>
          <p:cNvSpPr/>
          <p:nvPr userDrawn="1"/>
        </p:nvSpPr>
        <p:spPr>
          <a:xfrm>
            <a:off x="329232" y="670370"/>
            <a:ext cx="11520000" cy="28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73CA1978-7C7C-3F51-A3B1-38751569C9E6}"/>
              </a:ext>
            </a:extLst>
          </p:cNvPr>
          <p:cNvSpPr/>
          <p:nvPr userDrawn="1"/>
        </p:nvSpPr>
        <p:spPr>
          <a:xfrm>
            <a:off x="301179" y="670371"/>
            <a:ext cx="1929928" cy="28800"/>
          </a:xfrm>
          <a:prstGeom prst="parallelogram">
            <a:avLst>
              <a:gd name="adj" fmla="val 46061"/>
            </a:avLst>
          </a:prstGeom>
          <a:solidFill>
            <a:srgbClr val="38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6266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제목 개체 틀 1">
            <a:extLst>
              <a:ext uri="{FF2B5EF4-FFF2-40B4-BE49-F238E27FC236}">
                <a16:creationId xmlns:a16="http://schemas.microsoft.com/office/drawing/2014/main" id="{D22D290E-720E-6FD0-957D-086F3E3C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41" y="273686"/>
            <a:ext cx="10000502" cy="30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200">
                <a:solidFill>
                  <a:srgbClr val="2F424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61FD31F7-2DE3-69D8-5A18-C59D6F6AA9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2582" y="794756"/>
            <a:ext cx="1152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766C4FFC-04E4-6350-82B4-3B9B1B39DC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4762" y="794756"/>
            <a:ext cx="5779676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43" name="텍스트 개체 틀 40">
            <a:extLst>
              <a:ext uri="{FF2B5EF4-FFF2-40B4-BE49-F238E27FC236}">
                <a16:creationId xmlns:a16="http://schemas.microsoft.com/office/drawing/2014/main" id="{E908FCB0-9B71-0132-2042-4FD1034CD2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2118" y="794756"/>
            <a:ext cx="2088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r>
              <a:rPr lang="en-US" altLang="ko-KR"/>
              <a:t>2023.11.29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21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게임방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제목 개체 틀 1">
            <a:extLst>
              <a:ext uri="{FF2B5EF4-FFF2-40B4-BE49-F238E27FC236}">
                <a16:creationId xmlns:a16="http://schemas.microsoft.com/office/drawing/2014/main" id="{D22D290E-720E-6FD0-957D-086F3E3C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41" y="273686"/>
            <a:ext cx="10000502" cy="30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200">
                <a:solidFill>
                  <a:srgbClr val="2F424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61FD31F7-2DE3-69D8-5A18-C59D6F6AA9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2582" y="794756"/>
            <a:ext cx="1152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766C4FFC-04E4-6350-82B4-3B9B1B39DC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4762" y="794756"/>
            <a:ext cx="5779676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2" name="텍스트 개체 틀 40">
            <a:extLst>
              <a:ext uri="{FF2B5EF4-FFF2-40B4-BE49-F238E27FC236}">
                <a16:creationId xmlns:a16="http://schemas.microsoft.com/office/drawing/2014/main" id="{E8664DDF-B69B-0FEA-585D-672B1211A3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2118" y="794756"/>
            <a:ext cx="2088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r>
              <a:rPr lang="en-US" altLang="ko-KR"/>
              <a:t>2023.11.29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615A63-A200-BF74-F357-D06A38016689}"/>
              </a:ext>
            </a:extLst>
          </p:cNvPr>
          <p:cNvSpPr/>
          <p:nvPr userDrawn="1"/>
        </p:nvSpPr>
        <p:spPr>
          <a:xfrm>
            <a:off x="513642" y="1943102"/>
            <a:ext cx="7776000" cy="4392000"/>
          </a:xfrm>
          <a:prstGeom prst="rect">
            <a:avLst/>
          </a:prstGeom>
          <a:solidFill>
            <a:srgbClr val="FFF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843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게임하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제목 개체 틀 1">
            <a:extLst>
              <a:ext uri="{FF2B5EF4-FFF2-40B4-BE49-F238E27FC236}">
                <a16:creationId xmlns:a16="http://schemas.microsoft.com/office/drawing/2014/main" id="{D22D290E-720E-6FD0-957D-086F3E3C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41" y="273686"/>
            <a:ext cx="10000502" cy="30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200">
                <a:solidFill>
                  <a:srgbClr val="2F424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61FD31F7-2DE3-69D8-5A18-C59D6F6AA9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2582" y="794756"/>
            <a:ext cx="1152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766C4FFC-04E4-6350-82B4-3B9B1B39DC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4762" y="794756"/>
            <a:ext cx="5779676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2" name="텍스트 개체 틀 40">
            <a:extLst>
              <a:ext uri="{FF2B5EF4-FFF2-40B4-BE49-F238E27FC236}">
                <a16:creationId xmlns:a16="http://schemas.microsoft.com/office/drawing/2014/main" id="{E8664DDF-B69B-0FEA-585D-672B1211A3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2118" y="794756"/>
            <a:ext cx="2088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r>
              <a:rPr lang="en-US" altLang="ko-KR"/>
              <a:t>2023.11.29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5ECDDE-31E2-94B3-2DCE-DF7A41148165}"/>
              </a:ext>
            </a:extLst>
          </p:cNvPr>
          <p:cNvSpPr/>
          <p:nvPr userDrawn="1"/>
        </p:nvSpPr>
        <p:spPr>
          <a:xfrm>
            <a:off x="513642" y="1943102"/>
            <a:ext cx="7776000" cy="4392000"/>
          </a:xfrm>
          <a:prstGeom prst="rect">
            <a:avLst/>
          </a:prstGeom>
          <a:solidFill>
            <a:srgbClr val="FFF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80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결과보내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제목 개체 틀 1">
            <a:extLst>
              <a:ext uri="{FF2B5EF4-FFF2-40B4-BE49-F238E27FC236}">
                <a16:creationId xmlns:a16="http://schemas.microsoft.com/office/drawing/2014/main" id="{D22D290E-720E-6FD0-957D-086F3E3C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41" y="273686"/>
            <a:ext cx="10000502" cy="30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200">
                <a:solidFill>
                  <a:srgbClr val="2F424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61FD31F7-2DE3-69D8-5A18-C59D6F6AA9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2582" y="794756"/>
            <a:ext cx="1152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766C4FFC-04E4-6350-82B4-3B9B1B39DC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4762" y="794756"/>
            <a:ext cx="5779676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2" name="텍스트 개체 틀 40">
            <a:extLst>
              <a:ext uri="{FF2B5EF4-FFF2-40B4-BE49-F238E27FC236}">
                <a16:creationId xmlns:a16="http://schemas.microsoft.com/office/drawing/2014/main" id="{E8664DDF-B69B-0FEA-585D-672B1211A3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2118" y="794756"/>
            <a:ext cx="2088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r>
              <a:rPr lang="en-US" altLang="ko-KR"/>
              <a:t>2023.11.29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CD2EE4-E667-BC0A-FE50-407B3E63B687}"/>
              </a:ext>
            </a:extLst>
          </p:cNvPr>
          <p:cNvSpPr/>
          <p:nvPr userDrawn="1"/>
        </p:nvSpPr>
        <p:spPr>
          <a:xfrm>
            <a:off x="513642" y="1943102"/>
            <a:ext cx="7776000" cy="4392000"/>
          </a:xfrm>
          <a:prstGeom prst="rect">
            <a:avLst/>
          </a:prstGeom>
          <a:solidFill>
            <a:srgbClr val="FFF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1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mm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제목 개체 틀 1">
            <a:extLst>
              <a:ext uri="{FF2B5EF4-FFF2-40B4-BE49-F238E27FC236}">
                <a16:creationId xmlns:a16="http://schemas.microsoft.com/office/drawing/2014/main" id="{D22D290E-720E-6FD0-957D-086F3E3C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41" y="273686"/>
            <a:ext cx="10000502" cy="30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200">
                <a:solidFill>
                  <a:srgbClr val="2F424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1" name="텍스트 개체 틀 40">
            <a:extLst>
              <a:ext uri="{FF2B5EF4-FFF2-40B4-BE49-F238E27FC236}">
                <a16:creationId xmlns:a16="http://schemas.microsoft.com/office/drawing/2014/main" id="{61FD31F7-2DE3-69D8-5A18-C59D6F6AA9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2582" y="794756"/>
            <a:ext cx="1152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42" name="텍스트 개체 틀 40">
            <a:extLst>
              <a:ext uri="{FF2B5EF4-FFF2-40B4-BE49-F238E27FC236}">
                <a16:creationId xmlns:a16="http://schemas.microsoft.com/office/drawing/2014/main" id="{766C4FFC-04E4-6350-82B4-3B9B1B39DC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4762" y="794756"/>
            <a:ext cx="5779676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endParaRPr lang="ko-KR" altLang="en-US"/>
          </a:p>
        </p:txBody>
      </p:sp>
      <p:sp>
        <p:nvSpPr>
          <p:cNvPr id="2" name="텍스트 개체 틀 40">
            <a:extLst>
              <a:ext uri="{FF2B5EF4-FFF2-40B4-BE49-F238E27FC236}">
                <a16:creationId xmlns:a16="http://schemas.microsoft.com/office/drawing/2014/main" id="{E8664DDF-B69B-0FEA-585D-672B1211A3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72118" y="794756"/>
            <a:ext cx="2088000" cy="155575"/>
          </a:xfrm>
          <a:prstGeom prst="rect">
            <a:avLst/>
          </a:prstGeom>
        </p:spPr>
        <p:txBody>
          <a:bodyPr lIns="36000" rIns="36000"/>
          <a:lstStyle>
            <a:lvl1pPr marL="0" indent="0">
              <a:buNone/>
              <a:tabLst/>
              <a:defRPr sz="800"/>
            </a:lvl1pPr>
          </a:lstStyle>
          <a:p>
            <a:pPr lvl="0"/>
            <a:r>
              <a:rPr lang="en-US" altLang="ko-KR"/>
              <a:t>2023.11.29</a:t>
            </a: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8D5A50B-D4B4-B48A-67DB-05868DFEBDC8}"/>
              </a:ext>
            </a:extLst>
          </p:cNvPr>
          <p:cNvSpPr/>
          <p:nvPr userDrawn="1"/>
        </p:nvSpPr>
        <p:spPr>
          <a:xfrm>
            <a:off x="253841" y="1415562"/>
            <a:ext cx="8221944" cy="51687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F4CFAA-50E6-BB89-9EC9-4898AE6BB97C}"/>
              </a:ext>
            </a:extLst>
          </p:cNvPr>
          <p:cNvSpPr/>
          <p:nvPr userDrawn="1"/>
        </p:nvSpPr>
        <p:spPr>
          <a:xfrm>
            <a:off x="513642" y="1734211"/>
            <a:ext cx="7776000" cy="4392000"/>
          </a:xfrm>
          <a:prstGeom prst="rect">
            <a:avLst/>
          </a:prstGeom>
          <a:solidFill>
            <a:srgbClr val="FFF8D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623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F7BD7B4-B6B3-4F40-987E-E06D7617EB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350" y="131326"/>
            <a:ext cx="1028700" cy="466725"/>
          </a:xfrm>
          <a:prstGeom prst="rect">
            <a:avLst/>
          </a:prstGeom>
        </p:spPr>
      </p:pic>
      <p:sp>
        <p:nvSpPr>
          <p:cNvPr id="3" name="제목 개체 틀 1">
            <a:extLst>
              <a:ext uri="{FF2B5EF4-FFF2-40B4-BE49-F238E27FC236}">
                <a16:creationId xmlns:a16="http://schemas.microsoft.com/office/drawing/2014/main" id="{761E582B-9489-75F1-048B-C5DFB0317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41" y="273686"/>
            <a:ext cx="8543925" cy="3052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200">
                <a:solidFill>
                  <a:srgbClr val="2F424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7A62DF-CB7D-26E5-35BC-E9BF399EEA31}"/>
              </a:ext>
            </a:extLst>
          </p:cNvPr>
          <p:cNvSpPr/>
          <p:nvPr userDrawn="1"/>
        </p:nvSpPr>
        <p:spPr>
          <a:xfrm>
            <a:off x="329232" y="670370"/>
            <a:ext cx="11520000" cy="28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73CA1978-7C7C-3F51-A3B1-38751569C9E6}"/>
              </a:ext>
            </a:extLst>
          </p:cNvPr>
          <p:cNvSpPr/>
          <p:nvPr userDrawn="1"/>
        </p:nvSpPr>
        <p:spPr>
          <a:xfrm>
            <a:off x="301179" y="670371"/>
            <a:ext cx="1929928" cy="28800"/>
          </a:xfrm>
          <a:prstGeom prst="parallelogram">
            <a:avLst>
              <a:gd name="adj" fmla="val 46061"/>
            </a:avLst>
          </a:prstGeom>
          <a:solidFill>
            <a:srgbClr val="38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502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927497" y="4082642"/>
            <a:ext cx="10337008" cy="59089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평행 사변형 2"/>
          <p:cNvSpPr/>
          <p:nvPr userDrawn="1"/>
        </p:nvSpPr>
        <p:spPr>
          <a:xfrm>
            <a:off x="892970" y="4082640"/>
            <a:ext cx="2375296" cy="57600"/>
          </a:xfrm>
          <a:prstGeom prst="parallelogram">
            <a:avLst>
              <a:gd name="adj" fmla="val 46061"/>
            </a:avLst>
          </a:prstGeom>
          <a:solidFill>
            <a:srgbClr val="38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709614" y="4024692"/>
            <a:ext cx="217883" cy="171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193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07" r:id="rId2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A54BA66-B36A-B3A3-0378-EE4932E87F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350" y="131326"/>
            <a:ext cx="1028700" cy="46672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E6C6788-6AC4-84E8-6C03-5DDF43577BFE}"/>
              </a:ext>
            </a:extLst>
          </p:cNvPr>
          <p:cNvSpPr/>
          <p:nvPr userDrawn="1"/>
        </p:nvSpPr>
        <p:spPr>
          <a:xfrm>
            <a:off x="329232" y="670370"/>
            <a:ext cx="11520000" cy="28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D2FE5CAC-77A8-EE48-6ECC-3478F8576822}"/>
              </a:ext>
            </a:extLst>
          </p:cNvPr>
          <p:cNvSpPr/>
          <p:nvPr userDrawn="1"/>
        </p:nvSpPr>
        <p:spPr>
          <a:xfrm>
            <a:off x="301179" y="670371"/>
            <a:ext cx="1929928" cy="28800"/>
          </a:xfrm>
          <a:prstGeom prst="parallelogram">
            <a:avLst>
              <a:gd name="adj" fmla="val 46061"/>
            </a:avLst>
          </a:prstGeom>
          <a:solidFill>
            <a:srgbClr val="38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495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70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41D4505-C4CD-B266-257B-6968BA71B1B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350" y="131326"/>
            <a:ext cx="1028700" cy="46672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12D6432-ED09-B15F-4A00-E5CC14226D3B}"/>
              </a:ext>
            </a:extLst>
          </p:cNvPr>
          <p:cNvSpPr/>
          <p:nvPr userDrawn="1"/>
        </p:nvSpPr>
        <p:spPr>
          <a:xfrm>
            <a:off x="329232" y="670370"/>
            <a:ext cx="11520000" cy="28800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평행 사변형 3">
            <a:extLst>
              <a:ext uri="{FF2B5EF4-FFF2-40B4-BE49-F238E27FC236}">
                <a16:creationId xmlns:a16="http://schemas.microsoft.com/office/drawing/2014/main" id="{D8F4FBB6-ED34-BF06-4202-24CD4E8D4296}"/>
              </a:ext>
            </a:extLst>
          </p:cNvPr>
          <p:cNvSpPr/>
          <p:nvPr userDrawn="1"/>
        </p:nvSpPr>
        <p:spPr>
          <a:xfrm>
            <a:off x="301179" y="670371"/>
            <a:ext cx="1929928" cy="28800"/>
          </a:xfrm>
          <a:prstGeom prst="parallelogram">
            <a:avLst>
              <a:gd name="adj" fmla="val 46061"/>
            </a:avLst>
          </a:prstGeom>
          <a:solidFill>
            <a:srgbClr val="38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0" name="Group 57">
            <a:extLst>
              <a:ext uri="{FF2B5EF4-FFF2-40B4-BE49-F238E27FC236}">
                <a16:creationId xmlns:a16="http://schemas.microsoft.com/office/drawing/2014/main" id="{6ED16339-C9F7-3104-78BC-FE7A8C19D4E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194299605"/>
              </p:ext>
            </p:extLst>
          </p:nvPr>
        </p:nvGraphicFramePr>
        <p:xfrm>
          <a:off x="266956" y="766763"/>
          <a:ext cx="11632495" cy="21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5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009">
                  <a:extLst>
                    <a:ext uri="{9D8B030D-6E8A-4147-A177-3AD203B41FA5}">
                      <a16:colId xmlns:a16="http://schemas.microsoft.com/office/drawing/2014/main" val="2085111802"/>
                    </a:ext>
                  </a:extLst>
                </a:gridCol>
                <a:gridCol w="765815">
                  <a:extLst>
                    <a:ext uri="{9D8B030D-6E8A-4147-A177-3AD203B41FA5}">
                      <a16:colId xmlns:a16="http://schemas.microsoft.com/office/drawing/2014/main" val="3803976513"/>
                    </a:ext>
                  </a:extLst>
                </a:gridCol>
                <a:gridCol w="5851705">
                  <a:extLst>
                    <a:ext uri="{9D8B030D-6E8A-4147-A177-3AD203B41FA5}">
                      <a16:colId xmlns:a16="http://schemas.microsoft.com/office/drawing/2014/main" val="1544443307"/>
                    </a:ext>
                  </a:extLst>
                </a:gridCol>
                <a:gridCol w="849514">
                  <a:extLst>
                    <a:ext uri="{9D8B030D-6E8A-4147-A177-3AD203B41FA5}">
                      <a16:colId xmlns:a16="http://schemas.microsoft.com/office/drawing/2014/main" val="3481409791"/>
                    </a:ext>
                  </a:extLst>
                </a:gridCol>
                <a:gridCol w="2172637">
                  <a:extLst>
                    <a:ext uri="{9D8B030D-6E8A-4147-A177-3AD203B41FA5}">
                      <a16:colId xmlns:a16="http://schemas.microsoft.com/office/drawing/2014/main" val="3680083805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Page</a:t>
                      </a:r>
                      <a:r>
                        <a:rPr kumimoji="1" lang="ko-KR" altLang="en-US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ID</a:t>
                      </a:r>
                    </a:p>
                  </a:txBody>
                  <a:tcPr marL="72000" marR="72000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위치</a:t>
                      </a:r>
                      <a:endParaRPr kumimoji="1" lang="en-US" altLang="ko-KR" sz="8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최종 수정일</a:t>
                      </a:r>
                      <a:endParaRPr kumimoji="1" lang="en-US" altLang="ko-KR" sz="8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05861"/>
                  </a:ext>
                </a:extLst>
              </a:tr>
            </a:tbl>
          </a:graphicData>
        </a:graphic>
      </p:graphicFrame>
      <p:sp>
        <p:nvSpPr>
          <p:cNvPr id="22" name="슬라이드 번호 개체 틀 16">
            <a:extLst>
              <a:ext uri="{FF2B5EF4-FFF2-40B4-BE49-F238E27FC236}">
                <a16:creationId xmlns:a16="http://schemas.microsoft.com/office/drawing/2014/main" id="{536E71DA-3BE7-2EB0-55CA-0B9B55124760}"/>
              </a:ext>
            </a:extLst>
          </p:cNvPr>
          <p:cNvSpPr txBox="1">
            <a:spLocks/>
          </p:cNvSpPr>
          <p:nvPr userDrawn="1"/>
        </p:nvSpPr>
        <p:spPr>
          <a:xfrm>
            <a:off x="11436255" y="6621065"/>
            <a:ext cx="74771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Page </a:t>
            </a:r>
            <a:fld id="{6DF6522D-4733-4F81-B573-87021FF3D0FF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Window Body" descr="&lt;Tags&gt;&lt;SMARTRESIZEANCHORS&gt;Absolute,Absolute,Absolute,Absolute&lt;/SMARTRESIZEANCHORS&gt;&lt;/Tags&gt;">
            <a:extLst>
              <a:ext uri="{FF2B5EF4-FFF2-40B4-BE49-F238E27FC236}">
                <a16:creationId xmlns:a16="http://schemas.microsoft.com/office/drawing/2014/main" id="{6A5B321C-2A84-EFA7-850A-7883B02CE21A}"/>
              </a:ext>
            </a:extLst>
          </p:cNvPr>
          <p:cNvSpPr/>
          <p:nvPr userDrawn="1"/>
        </p:nvSpPr>
        <p:spPr>
          <a:xfrm>
            <a:off x="492013" y="1933675"/>
            <a:ext cx="7803147" cy="4428000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latinLnBrk="0"/>
            <a:endParaRPr lang="en-US" sz="90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470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8" r:id="rId2"/>
    <p:sldLayoutId id="2147483709" r:id="rId3"/>
    <p:sldLayoutId id="2147483710" r:id="rId4"/>
    <p:sldLayoutId id="2147483711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10" Type="http://schemas.openxmlformats.org/officeDocument/2006/relationships/image" Target="../media/image25.jpeg"/><Relationship Id="rId4" Type="http://schemas.openxmlformats.org/officeDocument/2006/relationships/image" Target="../media/image19.jpeg"/><Relationship Id="rId9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32.jpe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11" Type="http://schemas.openxmlformats.org/officeDocument/2006/relationships/image" Target="../media/image34.jpeg"/><Relationship Id="rId5" Type="http://schemas.openxmlformats.org/officeDocument/2006/relationships/image" Target="../media/image14.png"/><Relationship Id="rId10" Type="http://schemas.openxmlformats.org/officeDocument/2006/relationships/image" Target="../media/image26.png"/><Relationship Id="rId4" Type="http://schemas.microsoft.com/office/2007/relationships/hdphoto" Target="../media/hdphoto1.wdp"/><Relationship Id="rId9" Type="http://schemas.openxmlformats.org/officeDocument/2006/relationships/image" Target="../media/image11.png"/><Relationship Id="rId1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139727" y="1250095"/>
            <a:ext cx="3912545" cy="186204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4000" b="1">
                <a:solidFill>
                  <a:srgbClr val="384F5F"/>
                </a:solidFill>
                <a:latin typeface="나눔바른고딕"/>
                <a:ea typeface="나눔바른고딕"/>
                <a:cs typeface="Arial"/>
              </a:rPr>
              <a:t>중학</a:t>
            </a:r>
            <a:r>
              <a:rPr lang="en-US" altLang="ko-KR" sz="4000" b="1">
                <a:solidFill>
                  <a:srgbClr val="384F5F"/>
                </a:solidFill>
                <a:latin typeface="나눔바른고딕"/>
                <a:ea typeface="나눔바른고딕"/>
                <a:cs typeface="Arial"/>
              </a:rPr>
              <a:t>_</a:t>
            </a:r>
            <a:r>
              <a:rPr lang="ko-KR" altLang="en-US" sz="4000" b="1">
                <a:solidFill>
                  <a:srgbClr val="384F5F"/>
                </a:solidFill>
                <a:latin typeface="나눔바른고딕"/>
                <a:ea typeface="나눔바른고딕"/>
                <a:cs typeface="Arial"/>
              </a:rPr>
              <a:t>영어2</a:t>
            </a:r>
            <a:endParaRPr lang="en-US" altLang="ko-KR" sz="4000" b="1">
              <a:solidFill>
                <a:srgbClr val="384F5F"/>
              </a:solidFill>
              <a:latin typeface="나눔바른고딕"/>
              <a:ea typeface="나눔바른고딕" panose="020B0603020101020101" pitchFamily="50" charset="-127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4000" b="1">
                <a:solidFill>
                  <a:srgbClr val="384F5F"/>
                </a:solidFill>
                <a:latin typeface="나눔바른고딕"/>
                <a:ea typeface="나눔바른고딕"/>
                <a:cs typeface="Arial"/>
              </a:rPr>
              <a:t>4</a:t>
            </a:r>
            <a:r>
              <a:rPr lang="ko-KR" altLang="en-US" sz="4000" b="1">
                <a:solidFill>
                  <a:srgbClr val="384F5F"/>
                </a:solidFill>
                <a:latin typeface="나눔바른고딕"/>
                <a:ea typeface="나눔바른고딕"/>
                <a:cs typeface="Arial"/>
              </a:rPr>
              <a:t>단원 </a:t>
            </a:r>
            <a:r>
              <a:rPr lang="ko-KR" altLang="en-US" sz="4000" b="1" err="1">
                <a:solidFill>
                  <a:srgbClr val="384F5F"/>
                </a:solidFill>
                <a:latin typeface="나눔바른고딕"/>
                <a:ea typeface="나눔바른고딕"/>
                <a:cs typeface="Arial"/>
              </a:rPr>
              <a:t>Talk&amp;</a:t>
            </a:r>
            <a:r>
              <a:rPr lang="ko-KR" altLang="en-US" sz="4000" b="1">
                <a:solidFill>
                  <a:srgbClr val="384F5F"/>
                </a:solidFill>
                <a:latin typeface="나눔바른고딕"/>
                <a:ea typeface="나눔바른고딕"/>
                <a:cs typeface="Arial"/>
              </a:rPr>
              <a:t>Play</a:t>
            </a:r>
            <a:endParaRPr lang="ko-KR" altLang="en-US" sz="4000" b="1">
              <a:solidFill>
                <a:srgbClr val="384F5F"/>
              </a:solidFill>
              <a:latin typeface="나눔바른고딕"/>
              <a:ea typeface="나눔바른고딕" panose="020B060302010102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DB7C43-BBA9-F485-8757-8D6659E2E99F}"/>
              </a:ext>
            </a:extLst>
          </p:cNvPr>
          <p:cNvSpPr txBox="1"/>
          <p:nvPr/>
        </p:nvSpPr>
        <p:spPr>
          <a:xfrm>
            <a:off x="10001315" y="4175286"/>
            <a:ext cx="1322734" cy="2975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lvl="0">
              <a:lnSpc>
                <a:spcPts val="1600"/>
              </a:lnSpc>
              <a:defRPr sz="1067">
                <a:solidFill>
                  <a:srgbClr val="384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sz="1400" b="1"/>
              <a:t>Edu-Tech Lab</a:t>
            </a:r>
            <a:endParaRPr lang="ko-KR" altLang="en-US" sz="1200" b="1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728F54-AA35-7E72-A31A-33B09515DB7E}"/>
              </a:ext>
            </a:extLst>
          </p:cNvPr>
          <p:cNvSpPr/>
          <p:nvPr/>
        </p:nvSpPr>
        <p:spPr>
          <a:xfrm>
            <a:off x="1126239" y="5649509"/>
            <a:ext cx="310565" cy="2266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D4988-E034-F849-6CF3-43D00385990B}"/>
              </a:ext>
            </a:extLst>
          </p:cNvPr>
          <p:cNvSpPr txBox="1"/>
          <p:nvPr/>
        </p:nvSpPr>
        <p:spPr>
          <a:xfrm>
            <a:off x="1045463" y="5605212"/>
            <a:ext cx="479618" cy="27417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ko-KR"/>
            </a:defPPr>
            <a:lvl1pPr lvl="0">
              <a:lnSpc>
                <a:spcPts val="1600"/>
              </a:lnSpc>
              <a:defRPr sz="1067">
                <a:solidFill>
                  <a:srgbClr val="384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sz="1000" b="1">
                <a:latin typeface="맑은 고딕"/>
                <a:ea typeface="맑은 고딕"/>
                <a:cs typeface="Arial"/>
              </a:rPr>
              <a:t>2025</a:t>
            </a:r>
            <a:endParaRPr lang="en-US" altLang="ko-KR" sz="1000" b="1"/>
          </a:p>
        </p:txBody>
      </p:sp>
    </p:spTree>
    <p:extLst>
      <p:ext uri="{BB962C8B-B14F-4D97-AF65-F5344CB8AC3E}">
        <p14:creationId xmlns:p14="http://schemas.microsoft.com/office/powerpoint/2010/main" val="3412361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AC49274-6A95-417D-9435-33B17712907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개요</a:t>
            </a: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AC92B44C-9591-4FE8-AE16-DC83581AAE49}"/>
              </a:ext>
            </a:extLst>
          </p:cNvPr>
          <p:cNvSpPr txBox="1">
            <a:spLocks/>
          </p:cNvSpPr>
          <p:nvPr/>
        </p:nvSpPr>
        <p:spPr>
          <a:xfrm>
            <a:off x="277734" y="808493"/>
            <a:ext cx="11355798" cy="2898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5750" indent="-28575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5430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ko-KR" b="1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ko-KR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개요</a:t>
            </a:r>
            <a:endParaRPr lang="en-US" altLang="ko-KR"/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A0654131-A306-7249-4684-C04169CE9C47}"/>
              </a:ext>
            </a:extLst>
          </p:cNvPr>
          <p:cNvGraphicFramePr>
            <a:graphicFrameLocks noGrp="1"/>
          </p:cNvGraphicFramePr>
          <p:nvPr/>
        </p:nvGraphicFramePr>
        <p:xfrm>
          <a:off x="1753658" y="2300635"/>
          <a:ext cx="8684685" cy="72112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894895">
                  <a:extLst>
                    <a:ext uri="{9D8B030D-6E8A-4147-A177-3AD203B41FA5}">
                      <a16:colId xmlns:a16="http://schemas.microsoft.com/office/drawing/2014/main" val="3866132257"/>
                    </a:ext>
                  </a:extLst>
                </a:gridCol>
                <a:gridCol w="2894895">
                  <a:extLst>
                    <a:ext uri="{9D8B030D-6E8A-4147-A177-3AD203B41FA5}">
                      <a16:colId xmlns:a16="http://schemas.microsoft.com/office/drawing/2014/main" val="1051829521"/>
                    </a:ext>
                  </a:extLst>
                </a:gridCol>
                <a:gridCol w="2894895">
                  <a:extLst>
                    <a:ext uri="{9D8B030D-6E8A-4147-A177-3AD203B41FA5}">
                      <a16:colId xmlns:a16="http://schemas.microsoft.com/office/drawing/2014/main" val="2194388773"/>
                    </a:ext>
                  </a:extLst>
                </a:gridCol>
              </a:tblGrid>
              <a:tr h="3132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>
                          <a:effectLst/>
                        </a:rPr>
                        <a:t>PC</a:t>
                      </a:r>
                      <a:endParaRPr lang="ko-KR" altLang="en-US" sz="1000" b="1" u="none" strike="noStrike">
                        <a:effectLst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안드로이드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iOS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333602"/>
                  </a:ext>
                </a:extLst>
              </a:tr>
              <a:tr h="4078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Chrome, Edge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Chrome, </a:t>
                      </a:r>
                      <a:r>
                        <a:rPr lang="ko-KR" altLang="en-US" sz="1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갤럭시 시리즈 내장 브라우저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Chrome, Safari</a:t>
                      </a:r>
                      <a:endParaRPr lang="en-US" altLang="ko-KR" sz="10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25843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D7D235D4-3CD9-E264-5B57-8399AC06CCC4}"/>
              </a:ext>
            </a:extLst>
          </p:cNvPr>
          <p:cNvGrpSpPr/>
          <p:nvPr/>
        </p:nvGrpSpPr>
        <p:grpSpPr>
          <a:xfrm>
            <a:off x="454945" y="1232664"/>
            <a:ext cx="11355798" cy="1679835"/>
            <a:chOff x="454945" y="3897452"/>
            <a:chExt cx="11355798" cy="1679835"/>
          </a:xfrm>
        </p:grpSpPr>
        <p:sp>
          <p:nvSpPr>
            <p:cNvPr id="28" name="텍스트 개체 틀 2">
              <a:extLst>
                <a:ext uri="{FF2B5EF4-FFF2-40B4-BE49-F238E27FC236}">
                  <a16:creationId xmlns:a16="http://schemas.microsoft.com/office/drawing/2014/main" id="{F5114D86-B953-9218-03BD-E8BC9A790360}"/>
                </a:ext>
              </a:extLst>
            </p:cNvPr>
            <p:cNvSpPr txBox="1">
              <a:spLocks/>
            </p:cNvSpPr>
            <p:nvPr/>
          </p:nvSpPr>
          <p:spPr>
            <a:xfrm>
              <a:off x="454945" y="3897452"/>
              <a:ext cx="11355798" cy="2898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85750" indent="-28575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200150" indent="-2857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543050" indent="-1714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00250" indent="-1714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Font typeface="Arial" panose="020B0604020202020204" pitchFamily="34" charset="0"/>
                <a:buNone/>
              </a:pPr>
              <a:r>
                <a:rPr lang="en-US" altLang="ko-KR" sz="14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(1) </a:t>
              </a:r>
              <a:r>
                <a:rPr lang="ko-KR" altLang="en-US" sz="14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개발 환경 및 매체</a:t>
              </a:r>
              <a:endParaRPr lang="en-US" altLang="ko-KR" sz="1400"/>
            </a:p>
          </p:txBody>
        </p:sp>
        <p:sp>
          <p:nvSpPr>
            <p:cNvPr id="29" name="텍스트 개체 틀 2">
              <a:extLst>
                <a:ext uri="{FF2B5EF4-FFF2-40B4-BE49-F238E27FC236}">
                  <a16:creationId xmlns:a16="http://schemas.microsoft.com/office/drawing/2014/main" id="{17585119-6213-8A88-0848-3FEE2FAE6CA2}"/>
                </a:ext>
              </a:extLst>
            </p:cNvPr>
            <p:cNvSpPr txBox="1">
              <a:spLocks/>
            </p:cNvSpPr>
            <p:nvPr/>
          </p:nvSpPr>
          <p:spPr>
            <a:xfrm>
              <a:off x="454945" y="4187310"/>
              <a:ext cx="9974930" cy="138997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285750" indent="-28575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200150" indent="-2857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543050" indent="-1714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00250" indent="-1714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9705" indent="-179705">
                <a:lnSpc>
                  <a:spcPct val="150000"/>
                </a:lnSpc>
                <a:spcBef>
                  <a:spcPts val="0"/>
                </a:spcBef>
              </a:pP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특정 프로그램 및 프레임워크의 의존성을 최대한 배제하여 태블릿</a:t>
              </a:r>
              <a:r>
                <a:rPr lang="en-US" altLang="ko-KR" sz="1200">
                  <a:latin typeface="맑은 고딕"/>
                  <a:ea typeface="맑은 고딕"/>
                  <a:sym typeface="Wingdings" panose="05000000000000000000" pitchFamily="2" charset="2"/>
                </a:rPr>
                <a:t>, </a:t>
              </a: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모바일</a:t>
              </a:r>
              <a:r>
                <a:rPr lang="en-US" altLang="ko-KR" sz="1200">
                  <a:latin typeface="맑은 고딕"/>
                  <a:ea typeface="맑은 고딕"/>
                  <a:sym typeface="Wingdings" panose="05000000000000000000" pitchFamily="2" charset="2"/>
                </a:rPr>
                <a:t>, </a:t>
              </a: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데스크톱에서 구동될 수 있도록 개발</a:t>
              </a:r>
              <a:endParaRPr lang="en-US" altLang="ko-KR" sz="1200">
                <a:latin typeface="맑은 고딕"/>
                <a:ea typeface="맑은 고딕"/>
              </a:endParaRPr>
            </a:p>
            <a:p>
              <a:pPr marL="179705" indent="-179705">
                <a:lnSpc>
                  <a:spcPct val="150000"/>
                </a:lnSpc>
                <a:spcBef>
                  <a:spcPts val="0"/>
                </a:spcBef>
              </a:pP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각 </a:t>
              </a:r>
              <a:r>
                <a:rPr lang="en-US" altLang="ko-KR" sz="1200">
                  <a:latin typeface="맑은 고딕"/>
                  <a:ea typeface="맑은 고딕"/>
                  <a:sym typeface="Wingdings" panose="05000000000000000000" pitchFamily="2" charset="2"/>
                </a:rPr>
                <a:t>OS</a:t>
              </a: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별 주요 브라우저 지원</a:t>
              </a:r>
              <a:endParaRPr lang="en-US" altLang="ko-KR" sz="1200">
                <a:latin typeface="맑은 고딕"/>
                <a:ea typeface="맑은 고딕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B73CAEE-A522-EA7A-96CF-67164A8CF26F}"/>
              </a:ext>
            </a:extLst>
          </p:cNvPr>
          <p:cNvGrpSpPr/>
          <p:nvPr/>
        </p:nvGrpSpPr>
        <p:grpSpPr>
          <a:xfrm>
            <a:off x="454945" y="3690611"/>
            <a:ext cx="11355798" cy="1679835"/>
            <a:chOff x="454945" y="3897452"/>
            <a:chExt cx="11355798" cy="1679835"/>
          </a:xfrm>
        </p:grpSpPr>
        <p:sp>
          <p:nvSpPr>
            <p:cNvPr id="3" name="텍스트 개체 틀 2">
              <a:extLst>
                <a:ext uri="{FF2B5EF4-FFF2-40B4-BE49-F238E27FC236}">
                  <a16:creationId xmlns:a16="http://schemas.microsoft.com/office/drawing/2014/main" id="{F8A868E2-EEED-AFE7-E222-83C4A2E5065F}"/>
                </a:ext>
              </a:extLst>
            </p:cNvPr>
            <p:cNvSpPr txBox="1">
              <a:spLocks/>
            </p:cNvSpPr>
            <p:nvPr/>
          </p:nvSpPr>
          <p:spPr>
            <a:xfrm>
              <a:off x="454945" y="3897452"/>
              <a:ext cx="11355798" cy="289859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85750" indent="-28575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200150" indent="-2857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543050" indent="-1714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00250" indent="-1714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1000"/>
                </a:spcAft>
                <a:buFont typeface="Arial" panose="020B0604020202020204" pitchFamily="34" charset="0"/>
                <a:buNone/>
              </a:pPr>
              <a:r>
                <a:rPr lang="en-US" altLang="ko-KR" sz="14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(2) </a:t>
              </a:r>
              <a:r>
                <a:rPr lang="ko-KR" altLang="en-US" sz="14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콘텐츠 사이즈 및 비율</a:t>
              </a:r>
              <a:endParaRPr lang="en-US" altLang="ko-KR" sz="1400"/>
            </a:p>
          </p:txBody>
        </p:sp>
        <p:sp>
          <p:nvSpPr>
            <p:cNvPr id="6" name="텍스트 개체 틀 2">
              <a:extLst>
                <a:ext uri="{FF2B5EF4-FFF2-40B4-BE49-F238E27FC236}">
                  <a16:creationId xmlns:a16="http://schemas.microsoft.com/office/drawing/2014/main" id="{7B844F5E-E932-92A7-4B40-F286D78F125A}"/>
                </a:ext>
              </a:extLst>
            </p:cNvPr>
            <p:cNvSpPr txBox="1">
              <a:spLocks/>
            </p:cNvSpPr>
            <p:nvPr/>
          </p:nvSpPr>
          <p:spPr>
            <a:xfrm>
              <a:off x="454945" y="4187310"/>
              <a:ext cx="9974930" cy="1389977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285750" indent="-28575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2pPr>
              <a:lvl3pPr marL="1200150" indent="-2857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3pPr>
              <a:lvl4pPr marL="1543050" indent="-1714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4pPr>
              <a:lvl5pPr marL="2000250" indent="-17145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ea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9705" indent="-179705">
                <a:lnSpc>
                  <a:spcPct val="150000"/>
                </a:lnSpc>
                <a:spcBef>
                  <a:spcPts val="0"/>
                </a:spcBef>
              </a:pP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비율은 뷰어 네비게이션을 포함하여 </a:t>
              </a:r>
              <a:r>
                <a:rPr lang="en-US" altLang="ko-KR" sz="1200">
                  <a:latin typeface="맑은 고딕"/>
                  <a:ea typeface="맑은 고딕"/>
                  <a:sym typeface="Wingdings" panose="05000000000000000000" pitchFamily="2" charset="2"/>
                </a:rPr>
                <a:t>16:9(</a:t>
              </a:r>
              <a:r>
                <a:rPr lang="en-US" altLang="ko-KR" sz="1200" b="1">
                  <a:solidFill>
                    <a:schemeClr val="accent1"/>
                  </a:solidFill>
                  <a:latin typeface="맑은 고딕"/>
                  <a:ea typeface="맑은 고딕"/>
                  <a:sym typeface="Wingdings" panose="05000000000000000000" pitchFamily="2" charset="2"/>
                </a:rPr>
                <a:t>1920x1080px</a:t>
              </a:r>
              <a:r>
                <a:rPr lang="en-US" altLang="ko-KR" sz="1200">
                  <a:latin typeface="맑은 고딕"/>
                  <a:ea typeface="맑은 고딕"/>
                  <a:sym typeface="Wingdings" panose="05000000000000000000" pitchFamily="2" charset="2"/>
                </a:rPr>
                <a:t>)</a:t>
              </a: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로 개발</a:t>
              </a:r>
              <a:endParaRPr lang="en-US" altLang="ko-KR" sz="1200">
                <a:latin typeface="맑은 고딕"/>
                <a:ea typeface="맑은 고딕"/>
              </a:endParaRPr>
            </a:p>
            <a:p>
              <a:pPr marL="179705" indent="-179705">
                <a:lnSpc>
                  <a:spcPct val="150000"/>
                </a:lnSpc>
                <a:spcBef>
                  <a:spcPts val="0"/>
                </a:spcBef>
              </a:pP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콘텐츠개발은 스케일을 적용한 적응형 형태로 개발</a:t>
              </a:r>
              <a:r>
                <a:rPr lang="en-US" altLang="ko-KR" sz="1200">
                  <a:latin typeface="맑은 고딕"/>
                  <a:ea typeface="맑은 고딕"/>
                  <a:sym typeface="Wingdings" panose="05000000000000000000" pitchFamily="2" charset="2"/>
                </a:rPr>
                <a:t>(</a:t>
              </a: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반응형 지원 </a:t>
              </a:r>
              <a:r>
                <a:rPr lang="en-US" altLang="ko-KR" sz="1200">
                  <a:latin typeface="맑은 고딕"/>
                  <a:ea typeface="맑은 고딕"/>
                  <a:sym typeface="Wingdings" panose="05000000000000000000" pitchFamily="2" charset="2"/>
                </a:rPr>
                <a:t>X)</a:t>
              </a:r>
              <a:endParaRPr lang="en-US" altLang="ko-KR" sz="1200">
                <a:latin typeface="맑은 고딕"/>
                <a:ea typeface="맑은 고딕"/>
              </a:endParaRPr>
            </a:p>
            <a:p>
              <a:pPr marL="179705" indent="-179705">
                <a:lnSpc>
                  <a:spcPct val="150000"/>
                </a:lnSpc>
                <a:spcBef>
                  <a:spcPts val="0"/>
                </a:spcBef>
              </a:pP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모바일</a:t>
              </a:r>
              <a:r>
                <a:rPr lang="en-US" altLang="ko-KR" sz="1200">
                  <a:latin typeface="맑은 고딕"/>
                  <a:ea typeface="맑은 고딕"/>
                  <a:sym typeface="Wingdings" panose="05000000000000000000" pitchFamily="2" charset="2"/>
                </a:rPr>
                <a:t>/</a:t>
              </a: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태블릿 디바이스에서 세로 모드로 전환할 경우 </a:t>
              </a:r>
              <a:r>
                <a:rPr lang="en-US" altLang="ko-KR" sz="1200">
                  <a:latin typeface="맑은 고딕"/>
                  <a:ea typeface="맑은 고딕"/>
                  <a:sym typeface="Wingdings" panose="05000000000000000000" pitchFamily="2" charset="2"/>
                </a:rPr>
                <a:t>“</a:t>
              </a: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지원 불가</a:t>
              </a:r>
              <a:r>
                <a:rPr lang="en-US" altLang="ko-KR" sz="1200">
                  <a:latin typeface="맑은 고딕"/>
                  <a:ea typeface="맑은 고딕"/>
                  <a:sym typeface="Wingdings" panose="05000000000000000000" pitchFamily="2" charset="2"/>
                </a:rPr>
                <a:t>” </a:t>
              </a:r>
              <a:r>
                <a:rPr lang="ko-KR" altLang="en-US" sz="1200">
                  <a:latin typeface="맑은 고딕"/>
                  <a:ea typeface="맑은 고딕"/>
                  <a:sym typeface="Wingdings" panose="05000000000000000000" pitchFamily="2" charset="2"/>
                </a:rPr>
                <a:t>안내 메시지 표시</a:t>
              </a:r>
              <a:endParaRPr lang="en-US" altLang="ko-KR" sz="1200">
                <a:latin typeface="맑은 고딕"/>
                <a:ea typeface="맑은 고딕"/>
              </a:endParaRPr>
            </a:p>
            <a:p>
              <a:pPr marL="179705" indent="-179705">
                <a:lnSpc>
                  <a:spcPct val="150000"/>
                </a:lnSpc>
                <a:spcBef>
                  <a:spcPts val="0"/>
                </a:spcBef>
              </a:pPr>
              <a:r>
                <a:rPr lang="ko-KR" altLang="en-US" sz="1200" b="1">
                  <a:latin typeface="맑은 고딕"/>
                  <a:ea typeface="맑은 고딕"/>
                  <a:sym typeface="Wingdings" panose="05000000000000000000" pitchFamily="2" charset="2"/>
                </a:rPr>
                <a:t>디폴트 환경</a:t>
              </a:r>
              <a:r>
                <a:rPr lang="en-US" altLang="ko-KR" sz="1200" b="1">
                  <a:latin typeface="맑은 고딕"/>
                  <a:ea typeface="맑은 고딕"/>
                  <a:sym typeface="Wingdings" panose="05000000000000000000" pitchFamily="2" charset="2"/>
                </a:rPr>
                <a:t>: </a:t>
              </a:r>
              <a:r>
                <a:rPr lang="ko-KR" altLang="en-US" sz="1200" b="1">
                  <a:latin typeface="맑은 고딕"/>
                  <a:ea typeface="맑은 고딕"/>
                  <a:sym typeface="Wingdings" panose="05000000000000000000" pitchFamily="2" charset="2"/>
                </a:rPr>
                <a:t>모바일</a:t>
              </a:r>
              <a:r>
                <a:rPr lang="en-US" altLang="ko-KR" sz="1200" b="1">
                  <a:latin typeface="맑은 고딕"/>
                  <a:ea typeface="맑은 고딕"/>
                  <a:sym typeface="Wingdings" panose="05000000000000000000" pitchFamily="2" charset="2"/>
                </a:rPr>
                <a:t>/</a:t>
              </a:r>
              <a:r>
                <a:rPr lang="ko-KR" altLang="en-US" sz="1200" b="1">
                  <a:latin typeface="맑은 고딕"/>
                  <a:ea typeface="맑은 고딕"/>
                  <a:sym typeface="Wingdings" panose="05000000000000000000" pitchFamily="2" charset="2"/>
                </a:rPr>
                <a:t>태블릿 디바이스 가로모드</a:t>
              </a:r>
              <a:endParaRPr lang="en-US" altLang="ko-KR" sz="1200" b="1">
                <a:latin typeface="맑은 고딕"/>
                <a:ea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8675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AC49274-6A95-417D-9435-33B17712907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제작 요청</a:t>
            </a: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AC92B44C-9591-4FE8-AE16-DC83581AAE49}"/>
              </a:ext>
            </a:extLst>
          </p:cNvPr>
          <p:cNvSpPr txBox="1">
            <a:spLocks/>
          </p:cNvSpPr>
          <p:nvPr/>
        </p:nvSpPr>
        <p:spPr>
          <a:xfrm>
            <a:off x="277734" y="808493"/>
            <a:ext cx="11355798" cy="2898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5750" indent="-28575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200150" indent="-2857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5430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00250" indent="-17145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ko-KR" b="1">
                <a:solidFill>
                  <a:schemeClr val="tx1">
                    <a:lumMod val="85000"/>
                    <a:lumOff val="15000"/>
                  </a:schemeClr>
                </a:solidFill>
              </a:rPr>
              <a:t>1. </a:t>
            </a:r>
            <a:r>
              <a:rPr lang="ko-KR" altLang="en-US" b="1">
                <a:solidFill>
                  <a:schemeClr val="tx1">
                    <a:lumMod val="85000"/>
                    <a:lumOff val="15000"/>
                  </a:schemeClr>
                </a:solidFill>
              </a:rPr>
              <a:t>개요</a:t>
            </a:r>
            <a:endParaRPr lang="en-US" alt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459196-3B63-11FC-7441-44297AA523AC}"/>
              </a:ext>
            </a:extLst>
          </p:cNvPr>
          <p:cNvSpPr txBox="1"/>
          <p:nvPr/>
        </p:nvSpPr>
        <p:spPr>
          <a:xfrm>
            <a:off x="470710" y="1178004"/>
            <a:ext cx="802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baseline="0">
                <a:latin typeface="+mn-ea"/>
              </a:rPr>
              <a:t>기획 의도</a:t>
            </a:r>
            <a:r>
              <a:rPr lang="en-US" altLang="ko-KR" sz="1200" b="1">
                <a:latin typeface="+mn-ea"/>
              </a:rPr>
              <a:t> </a:t>
            </a:r>
            <a:r>
              <a:rPr lang="ko-KR" altLang="en-US" sz="1200" b="1">
                <a:latin typeface="+mn-ea"/>
              </a:rPr>
              <a:t>및 </a:t>
            </a:r>
            <a:r>
              <a:rPr lang="ko-KR" altLang="en-US" sz="1200" b="1" baseline="0">
                <a:latin typeface="+mn-ea"/>
              </a:rPr>
              <a:t>콘텐츠의 특징</a:t>
            </a:r>
            <a:r>
              <a:rPr lang="en-US" altLang="ko-KR" sz="1200" b="1" baseline="0">
                <a:latin typeface="+mn-ea"/>
              </a:rPr>
              <a:t>, </a:t>
            </a:r>
            <a:r>
              <a:rPr lang="ko-KR" altLang="en-US" sz="1200" b="1" baseline="0">
                <a:latin typeface="+mn-ea"/>
              </a:rPr>
              <a:t>특별히 요청하고자 하는 내용을 기입해주시기 바랍니다</a:t>
            </a:r>
            <a:r>
              <a:rPr lang="en-US" altLang="ko-KR" sz="1200" b="1" baseline="0">
                <a:latin typeface="+mn-ea"/>
              </a:rPr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AB5A50A-6E7F-4A21-0723-2D37C7C33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367785"/>
              </p:ext>
            </p:extLst>
          </p:nvPr>
        </p:nvGraphicFramePr>
        <p:xfrm>
          <a:off x="579422" y="1470836"/>
          <a:ext cx="11054109" cy="40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7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기획의도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buClr>
                          <a:srgbClr val="FFFFFF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</a:rPr>
                        <a:t>&lt;</a:t>
                      </a: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서책 </a:t>
                      </a: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</a:rPr>
                        <a:t>– 4</a:t>
                      </a: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단원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latin typeface="Arial"/>
                          <a:ea typeface="Malgun Gothic"/>
                        </a:rPr>
                        <a:t>&gt;</a:t>
                      </a: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</a:rPr>
                        <a:t>– 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모둠</a:t>
                      </a: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</a:rPr>
                        <a:t> 활동(Talk&amp;Play)</a:t>
                      </a: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에 포함된 활동 </a:t>
                      </a:r>
                      <a:r>
                        <a:rPr lang="en-US" altLang="ko-KR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네 명이 한 모둠이 되고 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두 명씩 팀으로 나눠져서 활동 </a:t>
                      </a:r>
                    </a:p>
                    <a:p>
                      <a:pPr marL="171450" lvl="0" indent="-171450">
                        <a:lnSpc>
                          <a:spcPct val="120000"/>
                        </a:lnSpc>
                        <a:buClr>
                          <a:srgbClr val="FFFFFF"/>
                        </a:buClr>
                        <a:buFont typeface="Arial,Sans-Serif" panose="020B0604020202020204" pitchFamily="34" charset="0"/>
                        <a:buChar char="•"/>
                      </a:pP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성격</a:t>
                      </a: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</a:rPr>
                        <a:t>: </a:t>
                      </a: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조작형 </a:t>
                      </a: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</a:rPr>
                        <a:t>– </a:t>
                      </a: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퀴즈</a:t>
                      </a: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</a:rPr>
                        <a:t> </a:t>
                      </a:r>
                      <a:r>
                        <a:rPr lang="ko-KR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유형</a:t>
                      </a:r>
                      <a:r>
                        <a:rPr lang="en-US" sz="900" b="0" i="0" u="none" strike="noStrike" noProof="0">
                          <a:solidFill>
                            <a:schemeClr val="tx1"/>
                          </a:solidFill>
                          <a:latin typeface="Malgun Gothic"/>
                        </a:rPr>
                        <a:t> </a:t>
                      </a:r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F097609-3D1B-1276-6960-842A264CA563}"/>
              </a:ext>
            </a:extLst>
          </p:cNvPr>
          <p:cNvGraphicFramePr>
            <a:graphicFrameLocks noGrp="1"/>
          </p:cNvGraphicFramePr>
          <p:nvPr/>
        </p:nvGraphicFramePr>
        <p:xfrm>
          <a:off x="579422" y="2803916"/>
          <a:ext cx="11054109" cy="368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955"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20000"/>
                        </a:lnSpc>
                        <a:buFontTx/>
                        <a:buNone/>
                      </a:pPr>
                      <a:r>
                        <a:rPr lang="ko-KR" altLang="en-US" sz="1200" b="1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컨셉</a:t>
                      </a:r>
                      <a:endParaRPr lang="en-US" altLang="ko-KR" sz="1200" b="1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6301">
                <a:tc>
                  <a:txBody>
                    <a:bodyPr/>
                    <a:lstStyle/>
                    <a:p>
                      <a:pPr latinLnBrk="1"/>
                      <a:endParaRPr lang="en-US" altLang="ko-KR" sz="9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5E56F00-509B-48A8-0BC2-B756241CB515}"/>
              </a:ext>
            </a:extLst>
          </p:cNvPr>
          <p:cNvSpPr txBox="1"/>
          <p:nvPr/>
        </p:nvSpPr>
        <p:spPr>
          <a:xfrm>
            <a:off x="470710" y="2526916"/>
            <a:ext cx="802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>
                <a:latin typeface="+mn-ea"/>
              </a:rPr>
              <a:t>Tone &amp; manner (</a:t>
            </a:r>
            <a:r>
              <a:rPr lang="ko-KR" altLang="en-US" sz="1200" b="1">
                <a:latin typeface="+mn-ea"/>
              </a:rPr>
              <a:t>제작에 참고할 디자인</a:t>
            </a:r>
            <a:r>
              <a:rPr lang="en-US" altLang="ko-KR" sz="1200" b="1">
                <a:latin typeface="+mn-ea"/>
              </a:rPr>
              <a:t>, </a:t>
            </a:r>
            <a:r>
              <a:rPr lang="ko-KR" altLang="en-US" sz="1200" b="1">
                <a:latin typeface="+mn-ea"/>
              </a:rPr>
              <a:t>원하는 컨셉이 있다면 샘플을 넣어주세요</a:t>
            </a:r>
            <a:r>
              <a:rPr lang="en-US" altLang="ko-KR" sz="1200" b="1">
                <a:latin typeface="+mn-ea"/>
              </a:rPr>
              <a:t>.) </a:t>
            </a:r>
            <a:endParaRPr lang="en-US" altLang="ko-KR" sz="1200" b="1" baseline="0">
              <a:latin typeface="+mn-ea"/>
            </a:endParaRPr>
          </a:p>
        </p:txBody>
      </p:sp>
      <p:sp>
        <p:nvSpPr>
          <p:cNvPr id="2" name="설명선: 굽은 선(강조선) 1">
            <a:extLst>
              <a:ext uri="{FF2B5EF4-FFF2-40B4-BE49-F238E27FC236}">
                <a16:creationId xmlns:a16="http://schemas.microsoft.com/office/drawing/2014/main" id="{1B566595-047D-1D48-339D-5569CF116169}"/>
              </a:ext>
            </a:extLst>
          </p:cNvPr>
          <p:cNvSpPr/>
          <p:nvPr/>
        </p:nvSpPr>
        <p:spPr>
          <a:xfrm flipH="1">
            <a:off x="5709755" y="4444444"/>
            <a:ext cx="1267327" cy="405752"/>
          </a:xfrm>
          <a:prstGeom prst="accentCallout2">
            <a:avLst>
              <a:gd name="adj1" fmla="val 1707"/>
              <a:gd name="adj2" fmla="val 103676"/>
              <a:gd name="adj3" fmla="val 5295"/>
              <a:gd name="adj4" fmla="val 129362"/>
              <a:gd name="adj5" fmla="val 136815"/>
              <a:gd name="adj6" fmla="val 183745"/>
            </a:avLst>
          </a:prstGeom>
          <a:solidFill>
            <a:schemeClr val="bg1">
              <a:lumMod val="95000"/>
            </a:scheme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4단원</a:t>
            </a:r>
            <a:r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_ 76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쪽</a:t>
            </a:r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pic>
        <p:nvPicPr>
          <p:cNvPr id="10" name="그림 9" descr="의류, 사람, 인간의 얼굴, 텍스트이(가) 표시된 사진&#10;&#10;자동 생성된 설명">
            <a:extLst>
              <a:ext uri="{FF2B5EF4-FFF2-40B4-BE49-F238E27FC236}">
                <a16:creationId xmlns:a16="http://schemas.microsoft.com/office/drawing/2014/main" id="{69E8B7CA-FDA8-8188-A71D-4C0AADF43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3" y="3290888"/>
            <a:ext cx="388620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66C6C-ED0F-B118-3591-35024D6C7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B2EA6-3506-C7E5-35C0-1CBBB921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000">
                <a:latin typeface="맑은 고딕"/>
                <a:ea typeface="맑은 고딕"/>
                <a:cs typeface="Arial"/>
              </a:rPr>
              <a:t>4</a:t>
            </a:r>
            <a:r>
              <a:rPr lang="ko-KR" altLang="en-US" sz="2000" baseline="0">
                <a:latin typeface="맑은 고딕"/>
                <a:ea typeface="맑은 고딕"/>
                <a:cs typeface="Arial"/>
              </a:rPr>
              <a:t>단원 플로우 확인용 </a:t>
            </a:r>
            <a:r>
              <a:rPr lang="en-US" altLang="ko-KR" sz="2000" baseline="0">
                <a:latin typeface="맑은 고딕"/>
                <a:ea typeface="맑은 고딕"/>
                <a:cs typeface="Arial"/>
              </a:rPr>
              <a:t>(</a:t>
            </a:r>
            <a:r>
              <a:rPr lang="ko-KR" altLang="en-US" sz="2000" baseline="0">
                <a:latin typeface="맑은 고딕"/>
                <a:ea typeface="맑은 고딕"/>
                <a:cs typeface="Arial"/>
              </a:rPr>
              <a:t>퀴즈 게임</a:t>
            </a:r>
            <a:r>
              <a:rPr lang="en-US" altLang="ko-KR" sz="2000" baseline="0">
                <a:latin typeface="맑은 고딕"/>
                <a:ea typeface="맑은 고딕"/>
                <a:cs typeface="Arial"/>
              </a:rPr>
              <a:t>)</a:t>
            </a:r>
            <a:r>
              <a:rPr lang="ko-KR" altLang="en-US" sz="2000">
                <a:latin typeface="맑은 고딕"/>
                <a:ea typeface="맑은 고딕"/>
                <a:cs typeface="맑은 고딕"/>
              </a:rPr>
              <a:t>​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F252C3-B42C-9BBB-F66A-E9811BF787E7}"/>
              </a:ext>
            </a:extLst>
          </p:cNvPr>
          <p:cNvSpPr txBox="1"/>
          <p:nvPr/>
        </p:nvSpPr>
        <p:spPr>
          <a:xfrm>
            <a:off x="280361" y="3119048"/>
            <a:ext cx="11601335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네 사람이 한 모둠이 되어 두 사람씩 </a:t>
            </a:r>
            <a:r>
              <a:rPr lang="ko-KR" altLang="en-US" sz="1300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팀을 만든 후, 팀당 한 개의 </a:t>
            </a: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화면으로 활동을 </a:t>
            </a:r>
            <a:r>
              <a:rPr lang="ko-KR" altLang="en-US" sz="1300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진합니다</a:t>
            </a: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. </a:t>
            </a:r>
            <a:r>
              <a:rPr lang="ko-KR" altLang="en-US" sz="1300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가위바위보를 해서 이긴 팀이 먼저</a:t>
            </a: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게임을 시작합니다</a:t>
            </a: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.</a:t>
            </a: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endParaRPr kumimoji="0" lang="en-US" altLang="ko-K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2B4F4C3-2BB7-903C-106F-27C151458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49" y="3424027"/>
            <a:ext cx="2177511" cy="3449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7F5272-D54C-B173-8966-955D62253DE5}"/>
              </a:ext>
            </a:extLst>
          </p:cNvPr>
          <p:cNvSpPr txBox="1"/>
          <p:nvPr/>
        </p:nvSpPr>
        <p:spPr>
          <a:xfrm>
            <a:off x="257383" y="3843061"/>
            <a:ext cx="11304548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ko-KR" sz="1300" err="1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A</a:t>
            </a:r>
            <a:r>
              <a:rPr lang="ko-KR" sz="1300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, </a:t>
            </a:r>
            <a:r>
              <a:rPr lang="ko-KR" sz="1300" err="1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B</a:t>
            </a:r>
            <a:r>
              <a:rPr lang="ko-KR" sz="1300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 역할을 나눈 팀원들은</a:t>
            </a:r>
            <a:r>
              <a:rPr lang="ko-KR" altLang="en-US" sz="1300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 </a:t>
            </a:r>
            <a:r>
              <a:rPr kumimoji="0" lang="ko-K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Segoe UI"/>
              </a:rPr>
              <a:t>함께 카드를 뒤집어 인물에 대한 정보를 확인하고, 예시와 같이 묻고 답하며 정답을 </a:t>
            </a:r>
            <a:r>
              <a:rPr lang="ko-KR" sz="1300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맞힙니다</a:t>
            </a: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Segoe UI"/>
              </a:rPr>
              <a:t>.</a:t>
            </a:r>
            <a:r>
              <a:rPr lang="ko-KR" sz="1300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 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24" name="그림 23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27BFAC87-393E-109E-40E4-9068C483F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96" y="5312260"/>
            <a:ext cx="1997044" cy="31898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7C6753C-0A55-FA0A-3EBD-3B00D434A93B}"/>
              </a:ext>
            </a:extLst>
          </p:cNvPr>
          <p:cNvSpPr txBox="1"/>
          <p:nvPr/>
        </p:nvSpPr>
        <p:spPr>
          <a:xfrm>
            <a:off x="352096" y="5729846"/>
            <a:ext cx="8049611" cy="2923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ko-KR" sz="1300">
                <a:solidFill>
                  <a:srgbClr val="000000"/>
                </a:solidFill>
                <a:latin typeface="맑은 고딕"/>
                <a:ea typeface="맑은 고딕"/>
                <a:cs typeface="Segoe UI"/>
              </a:rPr>
              <a:t>정답을 </a:t>
            </a:r>
            <a:r>
              <a:rPr kumimoji="0" lang="ko-KR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Segoe UI"/>
              </a:rPr>
              <a:t>맞히면</a:t>
            </a:r>
            <a:r>
              <a:rPr lang="ko-KR" sz="1300">
                <a:solidFill>
                  <a:srgbClr val="000000"/>
                </a:solidFill>
                <a:latin typeface="맑은 고딕"/>
                <a:ea typeface="맑은 고딕"/>
                <a:cs typeface="Segoe UI"/>
              </a:rPr>
              <a:t> 제시된 </a:t>
            </a:r>
            <a:r>
              <a:rPr kumimoji="0" lang="ko-KR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Segoe UI"/>
              </a:rPr>
              <a:t>점수를 </a:t>
            </a:r>
            <a:r>
              <a:rPr lang="ko-KR" sz="1300">
                <a:solidFill>
                  <a:srgbClr val="000000"/>
                </a:solidFill>
                <a:latin typeface="맑은 고딕"/>
                <a:ea typeface="맑은 고딕"/>
                <a:cs typeface="Segoe UI"/>
              </a:rPr>
              <a:t>획득합니다</a:t>
            </a:r>
            <a:r>
              <a:rPr kumimoji="0" lang="ko-KR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Segoe UI"/>
              </a:rPr>
              <a:t>. </a:t>
            </a:r>
            <a:r>
              <a:rPr kumimoji="0" lang="ko-KR" altLang="en-US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대화를 계속하여 더 많은 점수를 얻은 팀이 승리합니다</a:t>
            </a:r>
            <a:r>
              <a:rPr kumimoji="0" lang="en-US" altLang="ko-K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F0502020204030204"/>
                <a:cs typeface="+mn-cs"/>
              </a:rPr>
              <a:t>. </a:t>
            </a:r>
            <a:endParaRPr lang="ko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F0502020204030204"/>
            </a:endParaRPr>
          </a:p>
        </p:txBody>
      </p:sp>
      <p:pic>
        <p:nvPicPr>
          <p:cNvPr id="28" name="그림 27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4502EE33-B12D-2C4A-7290-B316A4E2E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62" y="2718990"/>
            <a:ext cx="2139751" cy="316103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4AA61123-17F4-5183-4035-3936DFEE92AC}"/>
              </a:ext>
            </a:extLst>
          </p:cNvPr>
          <p:cNvGrpSpPr/>
          <p:nvPr/>
        </p:nvGrpSpPr>
        <p:grpSpPr>
          <a:xfrm>
            <a:off x="199959" y="4176449"/>
            <a:ext cx="6272256" cy="1072554"/>
            <a:chOff x="6349068" y="5023600"/>
            <a:chExt cx="6272256" cy="107255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5C2AC4B-3D1B-005E-E04F-88DE6B432B46}"/>
                </a:ext>
              </a:extLst>
            </p:cNvPr>
            <p:cNvSpPr/>
            <p:nvPr/>
          </p:nvSpPr>
          <p:spPr>
            <a:xfrm>
              <a:off x="6440053" y="5057364"/>
              <a:ext cx="5675747" cy="1038790"/>
            </a:xfrm>
            <a:prstGeom prst="rect">
              <a:avLst/>
            </a:prstGeom>
            <a:solidFill>
              <a:srgbClr val="FEFD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TextBox 13">
              <a:extLst>
                <a:ext uri="{FF2B5EF4-FFF2-40B4-BE49-F238E27FC236}">
                  <a16:creationId xmlns:a16="http://schemas.microsoft.com/office/drawing/2014/main" id="{068B79E8-686A-4715-24DE-D31D5BF62755}"/>
                </a:ext>
              </a:extLst>
            </p:cNvPr>
            <p:cNvSpPr txBox="1"/>
            <p:nvPr/>
          </p:nvSpPr>
          <p:spPr>
            <a:xfrm>
              <a:off x="9805335" y="5172813"/>
              <a:ext cx="2815989" cy="24622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정보를 모르고 있을 때</a:t>
              </a:r>
            </a:p>
          </p:txBody>
        </p:sp>
        <p:pic>
          <p:nvPicPr>
            <p:cNvPr id="19" name="그림 18" descr="로고, 원이(가) 표시된 사진&#10;&#10;자동 생성된 설명">
              <a:extLst>
                <a:ext uri="{FF2B5EF4-FFF2-40B4-BE49-F238E27FC236}">
                  <a16:creationId xmlns:a16="http://schemas.microsoft.com/office/drawing/2014/main" id="{2AFD51FA-5AD6-DC98-0F63-D86741085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6964" y="5023600"/>
              <a:ext cx="508254" cy="448957"/>
            </a:xfrm>
            <a:prstGeom prst="rect">
              <a:avLst/>
            </a:prstGeom>
          </p:spPr>
        </p:pic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053F47C6-937C-09DC-4955-A2C39C16183B}"/>
                </a:ext>
              </a:extLst>
            </p:cNvPr>
            <p:cNvSpPr txBox="1"/>
            <p:nvPr/>
          </p:nvSpPr>
          <p:spPr>
            <a:xfrm>
              <a:off x="9485854" y="5463689"/>
              <a:ext cx="2784388" cy="40011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A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: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Minho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, </a:t>
              </a:r>
              <a:r>
                <a:rPr kumimoji="0" lang="en-US" altLang="ko-KR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have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you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heard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of </a:t>
              </a:r>
              <a:r>
                <a:rPr kumimoji="0" lang="en-US" altLang="ko-KR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Alan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Turing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?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B: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No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I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haven't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.</a:t>
              </a: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endParaRPr>
            </a:p>
          </p:txBody>
        </p:sp>
        <p:sp>
          <p:nvSpPr>
            <p:cNvPr id="21" name="TextBox 19">
              <a:extLst>
                <a:ext uri="{FF2B5EF4-FFF2-40B4-BE49-F238E27FC236}">
                  <a16:creationId xmlns:a16="http://schemas.microsoft.com/office/drawing/2014/main" id="{EEE98B4B-56E5-C809-59AF-166F207E05CB}"/>
                </a:ext>
              </a:extLst>
            </p:cNvPr>
            <p:cNvSpPr txBox="1"/>
            <p:nvPr/>
          </p:nvSpPr>
          <p:spPr>
            <a:xfrm>
              <a:off x="6962109" y="5170992"/>
              <a:ext cx="2637986" cy="24622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정보를 알고 있을 때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AECB97E-AB86-7F51-6A8F-82CC74E94481}"/>
                </a:ext>
              </a:extLst>
            </p:cNvPr>
            <p:cNvSpPr txBox="1"/>
            <p:nvPr/>
          </p:nvSpPr>
          <p:spPr>
            <a:xfrm>
              <a:off x="6522133" y="5449049"/>
              <a:ext cx="3434472" cy="40011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A: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Minho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, have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you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heard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of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Alan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Turing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?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B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: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Yes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,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I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have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.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He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was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a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computer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/>
                  <a:cs typeface="+mn-lt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/>
                  <a:cs typeface="+mn-lt"/>
                </a:rPr>
                <a:t>scientist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.</a:t>
              </a:r>
              <a:endParaRPr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</a:endParaRPr>
            </a:p>
          </p:txBody>
        </p:sp>
        <p:pic>
          <p:nvPicPr>
            <p:cNvPr id="33" name="그림 32" descr="로고, 원이(가) 표시된 사진&#10;&#10;자동 생성된 설명">
              <a:extLst>
                <a:ext uri="{FF2B5EF4-FFF2-40B4-BE49-F238E27FC236}">
                  <a16:creationId xmlns:a16="http://schemas.microsoft.com/office/drawing/2014/main" id="{1DBC59E6-F3FC-4CCB-3EB2-4848E638C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49068" y="5026837"/>
              <a:ext cx="508254" cy="448957"/>
            </a:xfrm>
            <a:prstGeom prst="rect">
              <a:avLst/>
            </a:prstGeom>
          </p:spPr>
        </p:pic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238D5CA-8177-48EB-C524-6A846BD28E4A}"/>
              </a:ext>
            </a:extLst>
          </p:cNvPr>
          <p:cNvGrpSpPr/>
          <p:nvPr/>
        </p:nvGrpSpPr>
        <p:grpSpPr>
          <a:xfrm>
            <a:off x="278549" y="6120832"/>
            <a:ext cx="5223577" cy="1714891"/>
            <a:chOff x="6775383" y="5430327"/>
            <a:chExt cx="5223577" cy="1714891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8C0503B8-D670-A952-C277-3AF023374EF2}"/>
                </a:ext>
              </a:extLst>
            </p:cNvPr>
            <p:cNvGrpSpPr/>
            <p:nvPr/>
          </p:nvGrpSpPr>
          <p:grpSpPr>
            <a:xfrm>
              <a:off x="6775383" y="5430327"/>
              <a:ext cx="5223577" cy="1714891"/>
              <a:chOff x="7345680" y="5099632"/>
              <a:chExt cx="5223577" cy="1714891"/>
            </a:xfrm>
          </p:grpSpPr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62C400E7-4655-5644-331F-194B20D2D9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5680" y="5118288"/>
                <a:ext cx="3257262" cy="1696235"/>
              </a:xfrm>
              <a:prstGeom prst="rect">
                <a:avLst/>
              </a:prstGeom>
            </p:spPr>
          </p:pic>
          <p:cxnSp>
            <p:nvCxnSpPr>
              <p:cNvPr id="42" name="직선 화살표 연결선 41">
                <a:extLst>
                  <a:ext uri="{FF2B5EF4-FFF2-40B4-BE49-F238E27FC236}">
                    <a16:creationId xmlns:a16="http://schemas.microsoft.com/office/drawing/2014/main" id="{42B14FC0-F7C9-62DF-2737-A421E2DAD8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02660" y="5366009"/>
                <a:ext cx="1062771" cy="12452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55DE15D-C499-7A57-262C-13F07C75AD36}"/>
                  </a:ext>
                </a:extLst>
              </p:cNvPr>
              <p:cNvSpPr txBox="1"/>
              <p:nvPr/>
            </p:nvSpPr>
            <p:spPr>
              <a:xfrm>
                <a:off x="11224327" y="5099632"/>
                <a:ext cx="134493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해당 콘텐츠 학습 완료 후 진행하는 자기</a:t>
                </a:r>
                <a:r>
                  <a:rPr kumimoji="0" lang="en-US" altLang="ko-KR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 </a:t>
                </a:r>
                <a:r>
                  <a:rPr kumimoji="0" lang="ko-KR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평가</a:t>
                </a:r>
                <a:r>
                  <a:rPr kumimoji="0" lang="en-US" altLang="ko-KR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/ </a:t>
                </a:r>
                <a:r>
                  <a:rPr kumimoji="0" lang="ko-KR" alt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동료 평가</a:t>
                </a: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923EF10-D4CE-2918-F4E8-36CA4CF77B06}"/>
                  </a:ext>
                </a:extLst>
              </p:cNvPr>
              <p:cNvSpPr/>
              <p:nvPr/>
            </p:nvSpPr>
            <p:spPr>
              <a:xfrm>
                <a:off x="8017510" y="6532748"/>
                <a:ext cx="1225550" cy="1066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4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적극적으로 짝과의 대화에 참여 했나요</a:t>
                </a:r>
                <a:r>
                  <a:rPr kumimoji="0" lang="en-US" altLang="ko-KR" sz="4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?</a:t>
                </a:r>
                <a:endParaRPr kumimoji="0" lang="ko-KR" altLang="en-US" sz="4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6F8DBA58-1757-F5D7-DEE3-7ED5599883DE}"/>
                  </a:ext>
                </a:extLst>
              </p:cNvPr>
              <p:cNvSpPr/>
              <p:nvPr/>
            </p:nvSpPr>
            <p:spPr>
              <a:xfrm>
                <a:off x="8017510" y="5833110"/>
                <a:ext cx="1225550" cy="1066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4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인물을 알고 있는지 묻고 답할 수 있나요</a:t>
                </a:r>
                <a:r>
                  <a:rPr kumimoji="0" lang="en-US" altLang="ko-KR" sz="4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F0502020204030204"/>
                    <a:ea typeface="맑은 고딕" panose="020B0503020000020004" pitchFamily="50" charset="-127"/>
                    <a:cs typeface="+mn-cs"/>
                  </a:rPr>
                  <a:t>?</a:t>
                </a: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16436D84-BAFF-3AA4-A597-335695F50994}"/>
                </a:ext>
              </a:extLst>
            </p:cNvPr>
            <p:cNvSpPr/>
            <p:nvPr/>
          </p:nvSpPr>
          <p:spPr>
            <a:xfrm>
              <a:off x="6825829" y="6184591"/>
              <a:ext cx="582082" cy="1066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4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지식</a:t>
              </a:r>
              <a:r>
                <a:rPr kumimoji="0" lang="en-US" altLang="ko-KR" sz="4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·</a:t>
              </a:r>
              <a:r>
                <a:rPr kumimoji="0" lang="ko-KR" altLang="en-US" sz="4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정보 처리</a:t>
              </a:r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454541DB-B2EB-4F77-83C0-8DBB4533F2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386" y="990831"/>
            <a:ext cx="2896417" cy="1536772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1FD9D8D-E0CE-9221-8041-C9868477B3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237" y="828569"/>
            <a:ext cx="3317692" cy="167113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A14F41A-C7E2-4E0D-B183-4E43B2C7CCE7}"/>
              </a:ext>
            </a:extLst>
          </p:cNvPr>
          <p:cNvSpPr txBox="1"/>
          <p:nvPr/>
        </p:nvSpPr>
        <p:spPr>
          <a:xfrm>
            <a:off x="8032817" y="2186479"/>
            <a:ext cx="16699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탭 내 버튼 클릭 시 게임 결과를 선생님에게 전송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667B6D-E35A-C399-8C15-D850F491264B}"/>
              </a:ext>
            </a:extLst>
          </p:cNvPr>
          <p:cNvSpPr txBox="1"/>
          <p:nvPr/>
        </p:nvSpPr>
        <p:spPr>
          <a:xfrm>
            <a:off x="253200" y="895545"/>
            <a:ext cx="1318750" cy="201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콘텐츠 </a:t>
            </a: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Description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E8AFCC21-0A0E-8E38-CFCC-03F0EFEDDE84}"/>
              </a:ext>
            </a:extLst>
          </p:cNvPr>
          <p:cNvSpPr/>
          <p:nvPr/>
        </p:nvSpPr>
        <p:spPr>
          <a:xfrm>
            <a:off x="3809956" y="1484423"/>
            <a:ext cx="539142" cy="400110"/>
          </a:xfrm>
          <a:prstGeom prst="rightArrow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3A9CAC-AF61-98B1-4F78-ADF25A2A942A}"/>
              </a:ext>
            </a:extLst>
          </p:cNvPr>
          <p:cNvSpPr txBox="1"/>
          <p:nvPr/>
        </p:nvSpPr>
        <p:spPr>
          <a:xfrm>
            <a:off x="7999415" y="697048"/>
            <a:ext cx="1638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  <a:ea typeface="맑은 고딕"/>
              </a:rPr>
              <a:t>클릭</a:t>
            </a:r>
            <a:r>
              <a:rPr lang="en-US" altLang="ko-KR" sz="1000">
                <a:solidFill>
                  <a:srgbClr val="FF0000"/>
                </a:solidFill>
                <a:ea typeface="맑은 고딕"/>
              </a:rPr>
              <a:t> </a:t>
            </a:r>
            <a:r>
              <a:rPr lang="ko-KR" altLang="en-US" sz="1000">
                <a:solidFill>
                  <a:srgbClr val="FF0000"/>
                </a:solidFill>
                <a:ea typeface="맑은 고딕"/>
              </a:rPr>
              <a:t>시 게임 방법 안내 </a:t>
            </a:r>
            <a:r>
              <a:rPr lang="en-US" altLang="ko-KR" sz="1000">
                <a:solidFill>
                  <a:srgbClr val="FF0000"/>
                </a:solidFill>
                <a:ea typeface="맑은 고딕"/>
              </a:rPr>
              <a:t>(STEP </a:t>
            </a:r>
            <a:r>
              <a:rPr lang="ko-KR" altLang="en-US" sz="1000">
                <a:solidFill>
                  <a:srgbClr val="FF0000"/>
                </a:solidFill>
                <a:ea typeface="맑은 고딕"/>
              </a:rPr>
              <a:t>한 번에 보이기</a:t>
            </a:r>
            <a:r>
              <a:rPr lang="en-US" altLang="ko-KR" sz="1000">
                <a:solidFill>
                  <a:srgbClr val="FF0000"/>
                </a:solidFill>
                <a:ea typeface="맑은 고딕"/>
              </a:rPr>
              <a:t>)</a:t>
            </a:r>
            <a:endParaRPr lang="ko-KR" altLang="en-US" sz="1000">
              <a:solidFill>
                <a:srgbClr val="FF000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C9CEE9-6109-BE8F-CC85-383F7C8498FD}"/>
              </a:ext>
            </a:extLst>
          </p:cNvPr>
          <p:cNvSpPr txBox="1"/>
          <p:nvPr/>
        </p:nvSpPr>
        <p:spPr>
          <a:xfrm>
            <a:off x="8011165" y="1407058"/>
            <a:ext cx="1638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  <a:ea typeface="맑은 고딕"/>
              </a:rPr>
              <a:t>팝업으로 조작형 콘텐츠 보드게임 화면 등장</a:t>
            </a:r>
            <a:endParaRPr lang="en-US" altLang="ko-KR" sz="1000">
              <a:solidFill>
                <a:srgbClr val="FF0000"/>
              </a:solidFill>
              <a:ea typeface="맑은 고딕"/>
            </a:endParaRPr>
          </a:p>
        </p:txBody>
      </p:sp>
      <p:sp>
        <p:nvSpPr>
          <p:cNvPr id="50" name="사각형: 둥근 위쪽 모서리 49">
            <a:extLst>
              <a:ext uri="{FF2B5EF4-FFF2-40B4-BE49-F238E27FC236}">
                <a16:creationId xmlns:a16="http://schemas.microsoft.com/office/drawing/2014/main" id="{AE419323-3A98-AB12-D7D8-8752FE4379DF}"/>
              </a:ext>
            </a:extLst>
          </p:cNvPr>
          <p:cNvSpPr/>
          <p:nvPr/>
        </p:nvSpPr>
        <p:spPr>
          <a:xfrm>
            <a:off x="4686117" y="786957"/>
            <a:ext cx="678632" cy="210862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b="1">
                <a:solidFill>
                  <a:srgbClr val="9B9B9B"/>
                </a:solidFill>
                <a:ea typeface="맑은 고딕"/>
              </a:rPr>
              <a:t>How</a:t>
            </a:r>
            <a:r>
              <a:rPr lang="ko-KR" altLang="en-US" sz="600" b="1">
                <a:solidFill>
                  <a:srgbClr val="9B9B9B"/>
                </a:solidFill>
                <a:ea typeface="맑은 고딕"/>
              </a:rPr>
              <a:t> </a:t>
            </a:r>
            <a:r>
              <a:rPr lang="en-US" altLang="ko-KR" sz="600" b="1">
                <a:solidFill>
                  <a:srgbClr val="9B9B9B"/>
                </a:solidFill>
                <a:ea typeface="맑은 고딕"/>
              </a:rPr>
              <a:t>to Play</a:t>
            </a:r>
          </a:p>
        </p:txBody>
      </p:sp>
      <p:sp>
        <p:nvSpPr>
          <p:cNvPr id="51" name="사각형: 둥근 위쪽 모서리 50">
            <a:extLst>
              <a:ext uri="{FF2B5EF4-FFF2-40B4-BE49-F238E27FC236}">
                <a16:creationId xmlns:a16="http://schemas.microsoft.com/office/drawing/2014/main" id="{0214C3EF-8520-1752-3C31-F8A30451D991}"/>
              </a:ext>
            </a:extLst>
          </p:cNvPr>
          <p:cNvSpPr/>
          <p:nvPr/>
        </p:nvSpPr>
        <p:spPr>
          <a:xfrm>
            <a:off x="6047565" y="804502"/>
            <a:ext cx="646992" cy="202466"/>
          </a:xfrm>
          <a:prstGeom prst="round2Same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b="1">
                <a:solidFill>
                  <a:srgbClr val="9B9B9B"/>
                </a:solidFill>
                <a:ea typeface="맑은 고딕"/>
              </a:rPr>
              <a:t>Send Score</a:t>
            </a:r>
          </a:p>
        </p:txBody>
      </p:sp>
      <p:sp>
        <p:nvSpPr>
          <p:cNvPr id="52" name="사각형: 둥근 위쪽 모서리 51">
            <a:extLst>
              <a:ext uri="{FF2B5EF4-FFF2-40B4-BE49-F238E27FC236}">
                <a16:creationId xmlns:a16="http://schemas.microsoft.com/office/drawing/2014/main" id="{13D9E739-70E5-BA25-8FA1-9BEA54EE0525}"/>
              </a:ext>
            </a:extLst>
          </p:cNvPr>
          <p:cNvSpPr/>
          <p:nvPr/>
        </p:nvSpPr>
        <p:spPr>
          <a:xfrm>
            <a:off x="5392204" y="796353"/>
            <a:ext cx="610122" cy="202466"/>
          </a:xfrm>
          <a:prstGeom prst="round2Same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b="1">
                <a:solidFill>
                  <a:schemeClr val="bg1"/>
                </a:solidFill>
                <a:ea typeface="맑은 고딕"/>
              </a:rPr>
              <a:t>Play</a:t>
            </a:r>
            <a:r>
              <a:rPr lang="ko-KR" altLang="en-US" sz="600" b="1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600" b="1">
                <a:solidFill>
                  <a:schemeClr val="bg1"/>
                </a:solidFill>
                <a:ea typeface="맑은 고딕"/>
              </a:rPr>
              <a:t>Game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F40A51-211D-E51D-B206-C121A9851A57}"/>
              </a:ext>
            </a:extLst>
          </p:cNvPr>
          <p:cNvSpPr txBox="1"/>
          <p:nvPr/>
        </p:nvSpPr>
        <p:spPr>
          <a:xfrm>
            <a:off x="4636125" y="967553"/>
            <a:ext cx="1565399" cy="237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조작형 콘텐츠</a:t>
            </a: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53501711-D9DC-6472-B85B-FE204B43012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11004" y="-662462"/>
            <a:ext cx="29618" cy="2976655"/>
          </a:xfrm>
          <a:prstGeom prst="bentConnector4">
            <a:avLst>
              <a:gd name="adj1" fmla="val -771828"/>
              <a:gd name="adj2" fmla="val 557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8BA01EE1-694E-2318-0692-ECB40E851CFB}"/>
              </a:ext>
            </a:extLst>
          </p:cNvPr>
          <p:cNvCxnSpPr>
            <a:cxnSpLocks/>
          </p:cNvCxnSpPr>
          <p:nvPr/>
        </p:nvCxnSpPr>
        <p:spPr>
          <a:xfrm>
            <a:off x="5681471" y="1002772"/>
            <a:ext cx="2319331" cy="613998"/>
          </a:xfrm>
          <a:prstGeom prst="bentConnector3">
            <a:avLst>
              <a:gd name="adj1" fmla="val -45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그림 55">
            <a:extLst>
              <a:ext uri="{FF2B5EF4-FFF2-40B4-BE49-F238E27FC236}">
                <a16:creationId xmlns:a16="http://schemas.microsoft.com/office/drawing/2014/main" id="{A5D53E74-D7F1-1E30-B7B8-AD7671717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0504" y="1088973"/>
            <a:ext cx="289501" cy="113169"/>
          </a:xfrm>
          <a:prstGeom prst="rect">
            <a:avLst/>
          </a:prstGeom>
        </p:spPr>
      </p:pic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0CE19441-8F02-A5DA-1B21-8E04852FCDD7}"/>
              </a:ext>
            </a:extLst>
          </p:cNvPr>
          <p:cNvCxnSpPr>
            <a:cxnSpLocks/>
          </p:cNvCxnSpPr>
          <p:nvPr/>
        </p:nvCxnSpPr>
        <p:spPr>
          <a:xfrm>
            <a:off x="6409472" y="996285"/>
            <a:ext cx="1623345" cy="12670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E32143-08C8-9E88-1CB6-F30AC8140375}"/>
              </a:ext>
            </a:extLst>
          </p:cNvPr>
          <p:cNvSpPr/>
          <p:nvPr/>
        </p:nvSpPr>
        <p:spPr>
          <a:xfrm>
            <a:off x="1574063" y="1626423"/>
            <a:ext cx="1762792" cy="563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C63575-3312-AD6B-B023-0F7D6C929964}"/>
              </a:ext>
            </a:extLst>
          </p:cNvPr>
          <p:cNvSpPr txBox="1"/>
          <p:nvPr/>
        </p:nvSpPr>
        <p:spPr>
          <a:xfrm>
            <a:off x="1652988" y="1688494"/>
            <a:ext cx="159871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ko-KR" altLang="en-US" sz="800" err="1">
                <a:ea typeface="+mn-lt"/>
                <a:cs typeface="+mn-lt"/>
              </a:rPr>
              <a:t>그림</a:t>
            </a:r>
            <a:r>
              <a:rPr lang="en-US" altLang="ko-KR" sz="800">
                <a:ea typeface="+mn-lt"/>
                <a:cs typeface="+mn-lt"/>
              </a:rPr>
              <a:t> </a:t>
            </a:r>
            <a:r>
              <a:rPr lang="en-US" sz="800" err="1">
                <a:ea typeface="+mn-lt"/>
                <a:cs typeface="+mn-lt"/>
              </a:rPr>
              <a:t>속의</a:t>
            </a:r>
            <a:r>
              <a:rPr lang="en-US" altLang="ko-KR" sz="800">
                <a:ea typeface="+mn-lt"/>
                <a:cs typeface="+mn-lt"/>
              </a:rPr>
              <a:t> </a:t>
            </a:r>
            <a:r>
              <a:rPr lang="ko-KR" altLang="en-US" sz="800" err="1">
                <a:ea typeface="+mn-lt"/>
                <a:cs typeface="+mn-lt"/>
              </a:rPr>
              <a:t>인물을</a:t>
            </a:r>
            <a:r>
              <a:rPr lang="en-US" altLang="ko-KR" sz="800">
                <a:ea typeface="+mn-lt"/>
                <a:cs typeface="+mn-lt"/>
              </a:rPr>
              <a:t> </a:t>
            </a:r>
            <a:r>
              <a:rPr lang="ko-KR" altLang="en-US" sz="800">
                <a:ea typeface="+mn-lt"/>
                <a:cs typeface="+mn-lt"/>
              </a:rPr>
              <a:t>알고</a:t>
            </a:r>
            <a:r>
              <a:rPr lang="en-US" altLang="ko-KR" sz="800">
                <a:ea typeface="+mn-lt"/>
                <a:cs typeface="+mn-lt"/>
              </a:rPr>
              <a:t> </a:t>
            </a:r>
            <a:r>
              <a:rPr lang="en-US" sz="800">
                <a:ea typeface="+mn-lt"/>
                <a:cs typeface="+mn-lt"/>
              </a:rPr>
              <a:t>있는지 </a:t>
            </a:r>
            <a:r>
              <a:rPr lang="ko-KR" altLang="en-US" sz="800">
                <a:ea typeface="+mn-lt"/>
                <a:cs typeface="+mn-lt"/>
              </a:rPr>
              <a:t>물어보고</a:t>
            </a:r>
            <a:r>
              <a:rPr lang="en-US" altLang="ko-KR" sz="800">
                <a:ea typeface="+mn-lt"/>
                <a:cs typeface="+mn-lt"/>
              </a:rPr>
              <a:t>,</a:t>
            </a:r>
            <a:r>
              <a:rPr lang="en-US" sz="800">
                <a:ea typeface="+mn-lt"/>
                <a:cs typeface="+mn-lt"/>
              </a:rPr>
              <a:t> </a:t>
            </a:r>
            <a:r>
              <a:rPr lang="en-US" sz="800" err="1">
                <a:ea typeface="+mn-lt"/>
                <a:cs typeface="+mn-lt"/>
              </a:rPr>
              <a:t>정보를</a:t>
            </a:r>
            <a:r>
              <a:rPr lang="en-US" altLang="ko-KR" sz="800">
                <a:ea typeface="+mn-lt"/>
                <a:cs typeface="+mn-lt"/>
              </a:rPr>
              <a:t> </a:t>
            </a:r>
            <a:r>
              <a:rPr lang="ko-KR" altLang="en-US" sz="800">
                <a:ea typeface="+mn-lt"/>
                <a:cs typeface="+mn-lt"/>
              </a:rPr>
              <a:t>얻으면</a:t>
            </a:r>
            <a:r>
              <a:rPr lang="en-US" sz="800">
                <a:ea typeface="+mn-lt"/>
                <a:cs typeface="+mn-lt"/>
              </a:rPr>
              <a:t> </a:t>
            </a:r>
            <a:r>
              <a:rPr lang="ko-KR" altLang="en-US" sz="800">
                <a:ea typeface="+mn-lt"/>
                <a:cs typeface="+mn-lt"/>
              </a:rPr>
              <a:t>점수를</a:t>
            </a:r>
            <a:r>
              <a:rPr lang="en-US" altLang="ko-KR" sz="800">
                <a:ea typeface="+mn-lt"/>
                <a:cs typeface="+mn-lt"/>
              </a:rPr>
              <a:t> </a:t>
            </a:r>
            <a:r>
              <a:rPr lang="ko-KR" altLang="en-US" sz="800">
                <a:ea typeface="+mn-lt"/>
                <a:cs typeface="+mn-lt"/>
              </a:rPr>
              <a:t>획득하는</a:t>
            </a:r>
            <a:r>
              <a:rPr lang="en-US" sz="800">
                <a:ea typeface="+mn-lt"/>
                <a:cs typeface="+mn-lt"/>
              </a:rPr>
              <a:t> </a:t>
            </a:r>
            <a:r>
              <a:rPr lang="ko-KR" altLang="en-US" sz="800">
                <a:ea typeface="+mn-lt"/>
                <a:cs typeface="+mn-lt"/>
              </a:rPr>
              <a:t>게임입니다</a:t>
            </a:r>
            <a:r>
              <a:rPr lang="en-US" sz="800">
                <a:ea typeface="+mn-lt"/>
                <a:cs typeface="+mn-lt"/>
              </a:rPr>
              <a:t>.</a:t>
            </a:r>
            <a:endParaRPr lang="ko-KR">
              <a:ea typeface="+mn-lt"/>
              <a:cs typeface="+mn-lt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65EB6CC-AC8B-1972-8DE9-25A523FF8EF7}"/>
              </a:ext>
            </a:extLst>
          </p:cNvPr>
          <p:cNvSpPr/>
          <p:nvPr/>
        </p:nvSpPr>
        <p:spPr>
          <a:xfrm>
            <a:off x="1742296" y="1270163"/>
            <a:ext cx="1307572" cy="2766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99D27-B521-8818-FC67-ED907A0BF557}"/>
              </a:ext>
            </a:extLst>
          </p:cNvPr>
          <p:cNvSpPr txBox="1"/>
          <p:nvPr/>
        </p:nvSpPr>
        <p:spPr>
          <a:xfrm>
            <a:off x="1623299" y="1193688"/>
            <a:ext cx="1262249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ko-KR" altLang="en-US" sz="800" b="1" err="1">
                <a:solidFill>
                  <a:srgbClr val="7030A0"/>
                </a:solidFill>
                <a:ea typeface="+mn-lt"/>
                <a:cs typeface="+mn-lt"/>
              </a:rPr>
              <a:t>Who</a:t>
            </a:r>
            <a:r>
              <a:rPr lang="ko-KR" altLang="en-US" sz="800" b="1">
                <a:solidFill>
                  <a:srgbClr val="7030A0"/>
                </a:solidFill>
                <a:ea typeface="+mn-lt"/>
                <a:cs typeface="+mn-lt"/>
              </a:rPr>
              <a:t> </a:t>
            </a:r>
            <a:r>
              <a:rPr lang="ko-KR" altLang="en-US" sz="800" b="1" err="1">
                <a:solidFill>
                  <a:srgbClr val="7030A0"/>
                </a:solidFill>
                <a:ea typeface="+mn-lt"/>
                <a:cs typeface="+mn-lt"/>
              </a:rPr>
              <a:t>Did</a:t>
            </a:r>
            <a:r>
              <a:rPr lang="ko-KR" altLang="en-US" sz="800" b="1">
                <a:solidFill>
                  <a:srgbClr val="7030A0"/>
                </a:solidFill>
                <a:ea typeface="+mn-lt"/>
                <a:cs typeface="+mn-lt"/>
              </a:rPr>
              <a:t> </a:t>
            </a:r>
            <a:r>
              <a:rPr lang="ko-KR" altLang="en-US" sz="800" b="1" err="1">
                <a:solidFill>
                  <a:srgbClr val="7030A0"/>
                </a:solidFill>
                <a:ea typeface="+mn-lt"/>
                <a:cs typeface="+mn-lt"/>
              </a:rPr>
              <a:t>What</a:t>
            </a:r>
            <a:r>
              <a:rPr lang="ko-KR" altLang="en-US" sz="800" b="1">
                <a:solidFill>
                  <a:srgbClr val="7030A0"/>
                </a:solidFill>
                <a:ea typeface="+mn-lt"/>
                <a:cs typeface="+mn-lt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461B7A-4255-018D-1068-0E00ED5DD8B8}"/>
              </a:ext>
            </a:extLst>
          </p:cNvPr>
          <p:cNvSpPr txBox="1"/>
          <p:nvPr/>
        </p:nvSpPr>
        <p:spPr>
          <a:xfrm>
            <a:off x="1652986" y="1312442"/>
            <a:ext cx="1232561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/>
            </a:pPr>
            <a:r>
              <a:rPr lang="ko-KR" altLang="en-US" sz="800">
                <a:ea typeface="+mn-lt"/>
                <a:cs typeface="+mn-lt"/>
              </a:rPr>
              <a:t>(활동 유형: 모둠 활동)</a:t>
            </a:r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850564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75A48-31BB-BD44-093A-D92ED8BB9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9055946-65C5-F13D-395C-56E22AF2E2A6}"/>
              </a:ext>
            </a:extLst>
          </p:cNvPr>
          <p:cNvSpPr/>
          <p:nvPr/>
        </p:nvSpPr>
        <p:spPr>
          <a:xfrm>
            <a:off x="967670" y="2205872"/>
            <a:ext cx="6828298" cy="3968685"/>
          </a:xfrm>
          <a:prstGeom prst="roundRect">
            <a:avLst>
              <a:gd name="adj" fmla="val 11544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76FCE4F-F4F6-749D-CE59-5AB41A5E5D3A}"/>
              </a:ext>
            </a:extLst>
          </p:cNvPr>
          <p:cNvSpPr/>
          <p:nvPr/>
        </p:nvSpPr>
        <p:spPr>
          <a:xfrm>
            <a:off x="1825621" y="4363319"/>
            <a:ext cx="2830927" cy="726548"/>
          </a:xfrm>
          <a:prstGeom prst="roundRect">
            <a:avLst>
              <a:gd name="adj" fmla="val 1147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F36E9A7-A2DF-AEBB-864A-1D4AD30A86C3}"/>
              </a:ext>
            </a:extLst>
          </p:cNvPr>
          <p:cNvSpPr/>
          <p:nvPr/>
        </p:nvSpPr>
        <p:spPr>
          <a:xfrm>
            <a:off x="4749049" y="4363319"/>
            <a:ext cx="2897258" cy="726548"/>
          </a:xfrm>
          <a:prstGeom prst="roundRect">
            <a:avLst>
              <a:gd name="adj" fmla="val 1147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2">
            <a:extLst>
              <a:ext uri="{FF2B5EF4-FFF2-40B4-BE49-F238E27FC236}">
                <a16:creationId xmlns:a16="http://schemas.microsoft.com/office/drawing/2014/main" id="{D8329F41-13C8-3BB5-31A7-29EE2A005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게임 방법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64EB2D1-2D67-1A5D-FF95-6BCB849E20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 lIns="36000" tIns="45720" rIns="36000" bIns="45720" anchor="t"/>
          <a:lstStyle/>
          <a:p>
            <a:endParaRPr lang="ko-KR" altLang="en-US">
              <a:ea typeface="맑은 고딕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3444F921-ABBB-A6FC-4275-A66D705A44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36000" tIns="45720" rIns="36000" bIns="45720" anchor="t"/>
          <a:lstStyle/>
          <a:p>
            <a:r>
              <a:rPr lang="ko-KR" altLang="en-US">
                <a:ea typeface="맑은 고딕"/>
              </a:rPr>
              <a:t>신규 콘텐츠</a:t>
            </a:r>
            <a:endParaRPr lang="ko-KR" altLang="en-US"/>
          </a:p>
        </p:txBody>
      </p:sp>
      <p:graphicFrame>
        <p:nvGraphicFramePr>
          <p:cNvPr id="3" name="Group 57">
            <a:extLst>
              <a:ext uri="{FF2B5EF4-FFF2-40B4-BE49-F238E27FC236}">
                <a16:creationId xmlns:a16="http://schemas.microsoft.com/office/drawing/2014/main" id="{C270E702-E8E6-1EAD-3C09-C2C301027D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097690"/>
              </p:ext>
            </p:extLst>
          </p:nvPr>
        </p:nvGraphicFramePr>
        <p:xfrm>
          <a:off x="8830248" y="1001646"/>
          <a:ext cx="3026271" cy="17010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2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033">
                  <a:extLst>
                    <a:ext uri="{9D8B030D-6E8A-4147-A177-3AD203B41FA5}">
                      <a16:colId xmlns:a16="http://schemas.microsoft.com/office/drawing/2014/main" val="1534598412"/>
                    </a:ext>
                  </a:extLst>
                </a:gridCol>
              </a:tblGrid>
              <a:tr h="1759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No</a:t>
                      </a: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UI Description</a:t>
                      </a:r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</a:endParaRP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58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1</a:t>
                      </a: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ts val="1300"/>
                        </a:lnSpc>
                        <a:buNone/>
                      </a:pPr>
                      <a:r>
                        <a:rPr lang="ko-KR" altLang="en-US" sz="900" b="1" i="0" u="none" strike="noStrike" baseline="0" noProof="0">
                          <a:solidFill>
                            <a:srgbClr val="000000"/>
                          </a:solidFill>
                        </a:rPr>
                        <a:t>탭 메뉴</a:t>
                      </a:r>
                      <a:endParaRPr lang="en-US" altLang="ko-KR" sz="900" b="1" i="0" u="none" strike="noStrike" baseline="0" noProof="0">
                        <a:solidFill>
                          <a:srgbClr val="000000"/>
                        </a:solidFill>
                      </a:endParaRPr>
                    </a:p>
                    <a:p>
                      <a:pPr marL="0" lvl="0" algn="l">
                        <a:lnSpc>
                          <a:spcPts val="1300"/>
                        </a:lnSpc>
                        <a:buNone/>
                      </a:pP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게임 방법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게임하기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결과 보내기 화면 이동</a:t>
                      </a:r>
                      <a:endParaRPr lang="en-US" altLang="ko-KR" sz="900" b="0" i="0" u="none" strike="noStrike" baseline="0" noProof="0">
                        <a:solidFill>
                          <a:srgbClr val="000000"/>
                        </a:solidFill>
                      </a:endParaRPr>
                    </a:p>
                    <a:p>
                      <a:pPr marL="0" lvl="0" algn="l">
                        <a:lnSpc>
                          <a:spcPts val="1300"/>
                        </a:lnSpc>
                        <a:buNone/>
                      </a:pP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디폴트 화면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: </a:t>
                      </a: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게임 방법</a:t>
                      </a:r>
                      <a:b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</a:br>
                      <a:b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 b="1" i="0" u="none" strike="noStrike" baseline="0" noProof="0" err="1">
                          <a:solidFill>
                            <a:srgbClr val="000000"/>
                          </a:solidFill>
                        </a:rPr>
                        <a:t>Talk&amp;Play</a:t>
                      </a:r>
                      <a:r>
                        <a:rPr lang="en-US" altLang="ko-KR" sz="900" b="1" i="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ko-KR" altLang="en-US" sz="900" b="1" i="0" u="none" strike="noStrike" baseline="0" noProof="0">
                          <a:solidFill>
                            <a:srgbClr val="000000"/>
                          </a:solidFill>
                        </a:rPr>
                        <a:t>유형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: </a:t>
                      </a: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탭 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O</a:t>
                      </a:r>
                      <a:b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</a:br>
                      <a:r>
                        <a:rPr lang="en-US" altLang="ko-KR" sz="900" b="1" i="0" u="none" strike="noStrike" baseline="0" noProof="0">
                          <a:solidFill>
                            <a:srgbClr val="000000"/>
                          </a:solidFill>
                        </a:rPr>
                        <a:t>Grammar+ </a:t>
                      </a:r>
                      <a:r>
                        <a:rPr lang="ko-KR" altLang="en-US" sz="900" b="1" i="0" u="none" strike="noStrike" baseline="0" noProof="0">
                          <a:solidFill>
                            <a:srgbClr val="000000"/>
                          </a:solidFill>
                        </a:rPr>
                        <a:t>유형</a:t>
                      </a:r>
                      <a:r>
                        <a:rPr lang="en-US" altLang="ko-KR" sz="900" b="1" i="0" u="none" strike="noStrike" baseline="0" noProof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: </a:t>
                      </a: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탭 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X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33784"/>
                  </a:ext>
                </a:extLst>
              </a:tr>
              <a:tr h="345458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*</a:t>
                      </a: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ts val="1300"/>
                        </a:lnSpc>
                        <a:buNone/>
                      </a:pP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개 유형 전체 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how to play </a:t>
                      </a: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내용 양 확인 후</a:t>
                      </a:r>
                      <a:endParaRPr lang="en-US" altLang="ko-KR" sz="900" b="0" i="0" u="none" strike="noStrike" baseline="0" noProof="0">
                        <a:solidFill>
                          <a:srgbClr val="000000"/>
                        </a:solidFill>
                      </a:endParaRPr>
                    </a:p>
                    <a:p>
                      <a:pPr marL="0" lvl="0" algn="l">
                        <a:lnSpc>
                          <a:spcPts val="1300"/>
                        </a:lnSpc>
                        <a:buNone/>
                      </a:pP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가급적 스크롤 생기지 않도록 박스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,</a:t>
                      </a:r>
                      <a:r>
                        <a:rPr lang="ko-KR" altLang="en-US" sz="900" b="0" i="0" u="none" strike="noStrike" baseline="0" noProof="0">
                          <a:solidFill>
                            <a:srgbClr val="000000"/>
                          </a:solidFill>
                        </a:rPr>
                        <a:t>텍스트 디자인 부탁드립니다</a:t>
                      </a:r>
                      <a:r>
                        <a:rPr lang="en-US" altLang="ko-KR" sz="900" b="0" i="0" u="none" strike="noStrike" baseline="0" noProof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037404"/>
                  </a:ext>
                </a:extLst>
              </a:tr>
            </a:tbl>
          </a:graphicData>
        </a:graphic>
      </p:graphicFrame>
      <p:sp>
        <p:nvSpPr>
          <p:cNvPr id="16" name="텍스트 개체 틀 12">
            <a:extLst>
              <a:ext uri="{FF2B5EF4-FFF2-40B4-BE49-F238E27FC236}">
                <a16:creationId xmlns:a16="http://schemas.microsoft.com/office/drawing/2014/main" id="{9D74729D-BCB5-E0D4-638D-C7DCE6F688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772118" y="794756"/>
            <a:ext cx="2088000" cy="155575"/>
          </a:xfrm>
        </p:spPr>
        <p:txBody>
          <a:bodyPr lIns="36000" tIns="45720" rIns="36000" bIns="45720" anchor="t"/>
          <a:lstStyle/>
          <a:p>
            <a:r>
              <a:rPr lang="ko-KR" altLang="en-US">
                <a:ea typeface="맑은 고딕"/>
              </a:rPr>
              <a:t>202</a:t>
            </a:r>
            <a:r>
              <a:rPr lang="en-US" altLang="ko-KR">
                <a:ea typeface="맑은 고딕"/>
              </a:rPr>
              <a:t>5</a:t>
            </a:r>
            <a:r>
              <a:rPr lang="ko-KR" altLang="en-US">
                <a:ea typeface="맑은 고딕"/>
              </a:rPr>
              <a:t>.</a:t>
            </a:r>
            <a:r>
              <a:rPr lang="en-US" altLang="ko-KR">
                <a:ea typeface="맑은 고딕"/>
              </a:rPr>
              <a:t>01</a:t>
            </a:r>
            <a:r>
              <a:rPr lang="ko-KR" altLang="en-US">
                <a:ea typeface="맑은 고딕"/>
              </a:rPr>
              <a:t>.0</a:t>
            </a:r>
            <a:r>
              <a:rPr lang="en-US" altLang="ko-KR">
                <a:ea typeface="맑은 고딕"/>
              </a:rPr>
              <a:t>9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1FD09F-7A5A-9364-6C2C-66527717B2F4}"/>
              </a:ext>
            </a:extLst>
          </p:cNvPr>
          <p:cNvSpPr txBox="1"/>
          <p:nvPr/>
        </p:nvSpPr>
        <p:spPr>
          <a:xfrm>
            <a:off x="3271515" y="2059156"/>
            <a:ext cx="2220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Play</a:t>
            </a:r>
            <a:endParaRPr lang="ko-KR" alt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35893F-B8E8-4B18-41FE-2B09D2832DF9}"/>
              </a:ext>
            </a:extLst>
          </p:cNvPr>
          <p:cNvSpPr txBox="1"/>
          <p:nvPr/>
        </p:nvSpPr>
        <p:spPr>
          <a:xfrm>
            <a:off x="1210885" y="2879943"/>
            <a:ext cx="646253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네 사람이 한 모둠이 되어 두 사람씩 </a:t>
            </a:r>
            <a:r>
              <a:rPr lang="ko-KR" altLang="en-US" sz="1100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팀을 만든 후, 팀당 한 개의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화면으로 활동을 </a:t>
            </a:r>
            <a:r>
              <a:rPr lang="ko-KR" altLang="en-US" sz="1100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진합니다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. </a:t>
            </a:r>
            <a:r>
              <a:rPr lang="ko-KR" altLang="en-US" sz="1100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가위바위보를 해서 이긴 팀이 먼저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게임을 시작합니다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.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endParaRPr kumimoji="0" lang="en-US" altLang="ko-K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6F07A2B-8FC6-616B-8058-6ACD8F9E6390}"/>
              </a:ext>
            </a:extLst>
          </p:cNvPr>
          <p:cNvSpPr/>
          <p:nvPr/>
        </p:nvSpPr>
        <p:spPr>
          <a:xfrm>
            <a:off x="1210885" y="2584950"/>
            <a:ext cx="626994" cy="254547"/>
          </a:xfrm>
          <a:prstGeom prst="roundRect">
            <a:avLst>
              <a:gd name="adj" fmla="val 43507"/>
            </a:avLst>
          </a:prstGeom>
          <a:solidFill>
            <a:srgbClr val="E803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/>
              <a:t>STEP 1</a:t>
            </a:r>
            <a:endParaRPr lang="ko-KR" altLang="en-US" sz="1100" b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D906B1-2691-F1CB-416C-E019EBEF216F}"/>
              </a:ext>
            </a:extLst>
          </p:cNvPr>
          <p:cNvSpPr txBox="1"/>
          <p:nvPr/>
        </p:nvSpPr>
        <p:spPr>
          <a:xfrm>
            <a:off x="1210885" y="3743597"/>
            <a:ext cx="646200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ko-KR" altLang="ko-KR" sz="1100" err="1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A</a:t>
            </a:r>
            <a:r>
              <a:rPr lang="ko-KR" altLang="ko-KR" sz="1100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, </a:t>
            </a:r>
            <a:r>
              <a:rPr lang="ko-KR" altLang="ko-KR" sz="1100" err="1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B</a:t>
            </a:r>
            <a:r>
              <a:rPr lang="ko-KR" altLang="ko-KR" sz="1100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 역할을 나눈 팀원들은</a:t>
            </a:r>
            <a:r>
              <a:rPr lang="ko-KR" altLang="en-US" sz="1100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 </a:t>
            </a:r>
            <a:r>
              <a:rPr kumimoji="0" lang="ko-KR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Segoe UI"/>
              </a:rPr>
              <a:t>함께 카드를 뒤집어 인물에 대한 정보를 확인하고, 예시와 같이 묻고 답하며 정답을 </a:t>
            </a:r>
            <a:r>
              <a:rPr lang="ko-KR" altLang="ko-KR" sz="1100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맞힙니다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Segoe UI"/>
              </a:rPr>
              <a:t>.</a:t>
            </a:r>
            <a:r>
              <a:rPr lang="ko-KR" altLang="ko-KR" sz="1100">
                <a:solidFill>
                  <a:prstClr val="black"/>
                </a:solidFill>
                <a:latin typeface="Malgun Gothic"/>
                <a:ea typeface="Malgun Gothic"/>
                <a:cs typeface="Segoe UI"/>
              </a:rPr>
              <a:t> </a:t>
            </a:r>
            <a:endParaRPr lang="ko-KR" altLang="en-US" sz="1100">
              <a:solidFill>
                <a:prstClr val="black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5BEC6EB-5035-3B9C-DA51-56DE2C50397D}"/>
              </a:ext>
            </a:extLst>
          </p:cNvPr>
          <p:cNvSpPr/>
          <p:nvPr/>
        </p:nvSpPr>
        <p:spPr>
          <a:xfrm>
            <a:off x="1210885" y="3415405"/>
            <a:ext cx="626994" cy="254547"/>
          </a:xfrm>
          <a:prstGeom prst="roundRect">
            <a:avLst>
              <a:gd name="adj" fmla="val 43507"/>
            </a:avLst>
          </a:prstGeom>
          <a:solidFill>
            <a:srgbClr val="E803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/>
              <a:t>STEP 2</a:t>
            </a:r>
            <a:endParaRPr lang="ko-KR" altLang="en-US" sz="11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28D2D5-9100-D95E-33D7-54C62B07CA38}"/>
              </a:ext>
            </a:extLst>
          </p:cNvPr>
          <p:cNvSpPr txBox="1"/>
          <p:nvPr/>
        </p:nvSpPr>
        <p:spPr>
          <a:xfrm>
            <a:off x="1210885" y="5499430"/>
            <a:ext cx="64620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ko-KR" altLang="ko-KR" sz="1100">
                <a:solidFill>
                  <a:srgbClr val="000000"/>
                </a:solidFill>
                <a:latin typeface="맑은 고딕"/>
                <a:ea typeface="맑은 고딕"/>
                <a:cs typeface="Segoe UI"/>
              </a:rPr>
              <a:t>정답을 </a:t>
            </a:r>
            <a:r>
              <a:rPr kumimoji="0" lang="ko-KR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Segoe UI"/>
              </a:rPr>
              <a:t>맞히면</a:t>
            </a:r>
            <a:r>
              <a:rPr lang="ko-KR" altLang="ko-KR" sz="1100">
                <a:solidFill>
                  <a:srgbClr val="000000"/>
                </a:solidFill>
                <a:latin typeface="맑은 고딕"/>
                <a:ea typeface="맑은 고딕"/>
                <a:cs typeface="Segoe UI"/>
              </a:rPr>
              <a:t> 제시된 </a:t>
            </a:r>
            <a:r>
              <a:rPr kumimoji="0" lang="ko-KR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Segoe UI"/>
              </a:rPr>
              <a:t>점수를 </a:t>
            </a:r>
            <a:r>
              <a:rPr lang="ko-KR" altLang="ko-KR" sz="1100">
                <a:solidFill>
                  <a:srgbClr val="000000"/>
                </a:solidFill>
                <a:latin typeface="맑은 고딕"/>
                <a:ea typeface="맑은 고딕"/>
                <a:cs typeface="Segoe UI"/>
              </a:rPr>
              <a:t>획득합니다</a:t>
            </a:r>
            <a:r>
              <a:rPr kumimoji="0" lang="ko-KR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  <a:cs typeface="Segoe UI"/>
              </a:rPr>
              <a:t>.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대화를 계속하여 더 많은 점수를 얻은 팀이 승리합니다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F0502020204030204"/>
                <a:cs typeface="+mn-cs"/>
              </a:rPr>
              <a:t>. </a:t>
            </a:r>
            <a:endParaRPr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F0502020204030204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5DB039A-22D1-C796-E3E4-66CB80D86426}"/>
              </a:ext>
            </a:extLst>
          </p:cNvPr>
          <p:cNvSpPr/>
          <p:nvPr/>
        </p:nvSpPr>
        <p:spPr>
          <a:xfrm>
            <a:off x="1210885" y="5163992"/>
            <a:ext cx="626994" cy="254547"/>
          </a:xfrm>
          <a:prstGeom prst="roundRect">
            <a:avLst>
              <a:gd name="adj" fmla="val 43507"/>
            </a:avLst>
          </a:prstGeom>
          <a:solidFill>
            <a:srgbClr val="E803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b="1"/>
              <a:t>STEP 3</a:t>
            </a:r>
            <a:endParaRPr lang="ko-KR" altLang="en-US" sz="1100" b="1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9D4810B-B41A-8E17-53E4-930E1513DB0F}"/>
              </a:ext>
            </a:extLst>
          </p:cNvPr>
          <p:cNvGrpSpPr/>
          <p:nvPr/>
        </p:nvGrpSpPr>
        <p:grpSpPr>
          <a:xfrm>
            <a:off x="474853" y="1240959"/>
            <a:ext cx="492816" cy="266261"/>
            <a:chOff x="1176780" y="3273605"/>
            <a:chExt cx="492816" cy="266261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BE59A4EF-73B1-4B94-985C-5BDD5B834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0226" y="3282691"/>
              <a:ext cx="257175" cy="257175"/>
            </a:xfrm>
            <a:prstGeom prst="rect">
              <a:avLst/>
            </a:prstGeom>
          </p:spPr>
        </p:pic>
        <p:sp>
          <p:nvSpPr>
            <p:cNvPr id="29" name="TextBox 53">
              <a:extLst>
                <a:ext uri="{FF2B5EF4-FFF2-40B4-BE49-F238E27FC236}">
                  <a16:creationId xmlns:a16="http://schemas.microsoft.com/office/drawing/2014/main" id="{E73D81AA-AB62-9760-6CF4-90F2441F0480}"/>
                </a:ext>
              </a:extLst>
            </p:cNvPr>
            <p:cNvSpPr txBox="1"/>
            <p:nvPr/>
          </p:nvSpPr>
          <p:spPr>
            <a:xfrm>
              <a:off x="1176780" y="3273605"/>
              <a:ext cx="492816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b="1">
                  <a:ea typeface="맑은 고딕"/>
                </a:rPr>
                <a:t>1</a:t>
              </a:r>
              <a:endParaRPr lang="ko-KR" altLang="en-US" sz="900" b="1">
                <a:ea typeface="맑은 고딕"/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9AB611B-55D3-1BE9-2EA6-B6C7226C406A}"/>
              </a:ext>
            </a:extLst>
          </p:cNvPr>
          <p:cNvSpPr/>
          <p:nvPr/>
        </p:nvSpPr>
        <p:spPr>
          <a:xfrm>
            <a:off x="653781" y="1556634"/>
            <a:ext cx="3213369" cy="4460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609E53E-7B88-A16B-590E-0ADDB3BBE99F}"/>
              </a:ext>
            </a:extLst>
          </p:cNvPr>
          <p:cNvGrpSpPr/>
          <p:nvPr/>
        </p:nvGrpSpPr>
        <p:grpSpPr>
          <a:xfrm>
            <a:off x="1899999" y="4403839"/>
            <a:ext cx="5952531" cy="677799"/>
            <a:chOff x="1403553" y="4422693"/>
            <a:chExt cx="5952531" cy="677799"/>
          </a:xfrm>
        </p:grpSpPr>
        <p:sp>
          <p:nvSpPr>
            <p:cNvPr id="2" name="TextBox 17">
              <a:extLst>
                <a:ext uri="{FF2B5EF4-FFF2-40B4-BE49-F238E27FC236}">
                  <a16:creationId xmlns:a16="http://schemas.microsoft.com/office/drawing/2014/main" id="{44FC4574-B3DE-3149-CDEE-B1E33A1F0CC7}"/>
                </a:ext>
              </a:extLst>
            </p:cNvPr>
            <p:cNvSpPr txBox="1"/>
            <p:nvPr/>
          </p:nvSpPr>
          <p:spPr>
            <a:xfrm>
              <a:off x="4547443" y="4700382"/>
              <a:ext cx="2602418" cy="40011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A: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Minho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, have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you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heard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of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Alan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Turing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?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B: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No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,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I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haven't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.</a:t>
              </a:r>
              <a:endPara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CC3FE1C-AB3E-1F7F-3AEA-3B6509F62D3B}"/>
                </a:ext>
              </a:extLst>
            </p:cNvPr>
            <p:cNvSpPr txBox="1"/>
            <p:nvPr/>
          </p:nvSpPr>
          <p:spPr>
            <a:xfrm>
              <a:off x="1638582" y="4689053"/>
              <a:ext cx="2672473" cy="40011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A: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Minho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, have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you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heard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of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Alan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Turing</a:t>
              </a: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?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B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: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Yes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,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I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have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.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He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was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a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computer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000" b="0" i="0" u="none" strike="noStrike" kern="1200" cap="none" spc="0" normalizeH="0" baseline="0" noProof="0" err="1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scientist</a:t>
              </a:r>
              <a:r>
                <a: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.</a:t>
              </a:r>
              <a:endParaRPr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9F25840-5A62-A832-9228-3F429DFB5D19}"/>
                </a:ext>
              </a:extLst>
            </p:cNvPr>
            <p:cNvSpPr txBox="1"/>
            <p:nvPr/>
          </p:nvSpPr>
          <p:spPr>
            <a:xfrm>
              <a:off x="4540095" y="4449567"/>
              <a:ext cx="2815989" cy="24622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정보를 모르고 있을 때</a:t>
              </a:r>
            </a:p>
          </p:txBody>
        </p:sp>
        <p:sp>
          <p:nvSpPr>
            <p:cNvPr id="7" name="TextBox 19">
              <a:extLst>
                <a:ext uri="{FF2B5EF4-FFF2-40B4-BE49-F238E27FC236}">
                  <a16:creationId xmlns:a16="http://schemas.microsoft.com/office/drawing/2014/main" id="{EB2C1D07-0869-21F2-AA5A-CDA995F0F5E6}"/>
                </a:ext>
              </a:extLst>
            </p:cNvPr>
            <p:cNvSpPr txBox="1"/>
            <p:nvPr/>
          </p:nvSpPr>
          <p:spPr>
            <a:xfrm>
              <a:off x="1659163" y="4447746"/>
              <a:ext cx="2637986" cy="24622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정보를 알고 있을 때</a:t>
              </a: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445DAA6-8098-6621-55CA-559B74627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3761" y="4422693"/>
              <a:ext cx="285750" cy="28575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AF11CA6-ED1E-E8B3-B571-EFEF21F10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3553" y="4422693"/>
              <a:ext cx="285750" cy="285750"/>
            </a:xfrm>
            <a:prstGeom prst="rect">
              <a:avLst/>
            </a:prstGeom>
          </p:spPr>
        </p:pic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87C1F00-CF7E-1C92-5A6F-F15682830766}"/>
              </a:ext>
            </a:extLst>
          </p:cNvPr>
          <p:cNvSpPr/>
          <p:nvPr/>
        </p:nvSpPr>
        <p:spPr>
          <a:xfrm>
            <a:off x="1302635" y="4370960"/>
            <a:ext cx="493667" cy="2545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/>
              <a:t>예시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F85EE0-77FB-62A9-29C7-8920EA129B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사용 안함</a:t>
            </a:r>
          </a:p>
        </p:txBody>
      </p:sp>
    </p:spTree>
    <p:extLst>
      <p:ext uri="{BB962C8B-B14F-4D97-AF65-F5344CB8AC3E}">
        <p14:creationId xmlns:p14="http://schemas.microsoft.com/office/powerpoint/2010/main" val="511999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2">
            <a:extLst>
              <a:ext uri="{FF2B5EF4-FFF2-40B4-BE49-F238E27FC236}">
                <a16:creationId xmlns:a16="http://schemas.microsoft.com/office/drawing/2014/main" id="{78C49073-BB11-1104-B1A9-C85B6975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게임하기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934D22-8A82-DF31-0E3E-5A3E427AEC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6CC812F0-FA85-4012-3C5B-1EEC32D4C3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36000" tIns="45720" rIns="36000" bIns="45720" anchor="t"/>
          <a:lstStyle/>
          <a:p>
            <a:r>
              <a:rPr lang="ko-KR" altLang="en-US">
                <a:ea typeface="맑은 고딕"/>
              </a:rPr>
              <a:t>신규 콘텐츠</a:t>
            </a:r>
            <a:endParaRPr lang="ko-KR" altLang="en-US"/>
          </a:p>
        </p:txBody>
      </p:sp>
      <p:graphicFrame>
        <p:nvGraphicFramePr>
          <p:cNvPr id="3" name="Group 57">
            <a:extLst>
              <a:ext uri="{FF2B5EF4-FFF2-40B4-BE49-F238E27FC236}">
                <a16:creationId xmlns:a16="http://schemas.microsoft.com/office/drawing/2014/main" id="{198EEDB3-F212-E61C-B51F-1EF5FC7AA552}"/>
              </a:ext>
            </a:extLst>
          </p:cNvPr>
          <p:cNvGraphicFramePr>
            <a:graphicFrameLocks/>
          </p:cNvGraphicFramePr>
          <p:nvPr/>
        </p:nvGraphicFramePr>
        <p:xfrm>
          <a:off x="8456083" y="1068917"/>
          <a:ext cx="3618956" cy="534599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21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7734">
                  <a:extLst>
                    <a:ext uri="{9D8B030D-6E8A-4147-A177-3AD203B41FA5}">
                      <a16:colId xmlns:a16="http://schemas.microsoft.com/office/drawing/2014/main" val="1534598412"/>
                    </a:ext>
                  </a:extLst>
                </a:gridCol>
              </a:tblGrid>
              <a:tr h="9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No</a:t>
                      </a: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UI Description</a:t>
                      </a:r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</a:endParaRP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511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1</a:t>
                      </a: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lnSpc>
                          <a:spcPts val="1050"/>
                        </a:lnSpc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[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문제 영역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]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lvl="0" algn="l" rtl="0">
                        <a:lnSpc>
                          <a:spcPts val="1050"/>
                        </a:lnSpc>
                        <a:buNone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문제가 표기되는 영역 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ea typeface="Malgun Gothic"/>
                      </a:endParaRPr>
                    </a:p>
                    <a:p>
                      <a:pPr lvl="0" algn="l" rtl="0">
                        <a:lnSpc>
                          <a:spcPts val="1050"/>
                        </a:lnSpc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[1-1]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카드 뒤집기 버튼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해당 버튼 클릭 시 카드가 뒤집어 지면서 인물에 대한 설명이 노출됨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.</a:t>
                      </a: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문제에 대한 힌트 노출됨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. 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슬라이드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9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 참고 / 한글 설명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)  </a:t>
                      </a:r>
                    </a:p>
                    <a:p>
                      <a:pPr lvl="0" algn="l" rtl="0">
                        <a:lnSpc>
                          <a:spcPts val="1050"/>
                        </a:lnSpc>
                        <a:buNone/>
                      </a:pP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lvl="0" algn="l" rtl="0">
                        <a:lnSpc>
                          <a:spcPts val="1050"/>
                        </a:lnSpc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[1-2]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정답 영역 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빈칸에는 학습자가 선택한 선지가 표기됨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.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642" marR="34642" marT="17316" marB="1731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33784"/>
                  </a:ext>
                </a:extLst>
              </a:tr>
              <a:tr h="3288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2</a:t>
                      </a: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lnSpc>
                          <a:spcPts val="1050"/>
                        </a:lnSpc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[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선지 영역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]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선택지가 표기되는 영역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(8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지 선다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)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문항 1에 관한 선택지 텍스트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다음 슬라이드 참고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)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lvl="0" algn="l">
                        <a:lnSpc>
                          <a:spcPts val="1050"/>
                        </a:lnSpc>
                        <a:buNone/>
                      </a:pP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  <a:p>
                      <a:pPr lvl="0" algn="l" rtl="0">
                        <a:lnSpc>
                          <a:spcPts val="1050"/>
                        </a:lnSpc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[2-1] Swipe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버튼</a:t>
                      </a:r>
                      <a:endParaRPr lang="ko-KR" alt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﹀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다음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선지로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이동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마지막 선지의 경우 해당 버튼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dim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처리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)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︿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: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이전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선지로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이동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첫 번째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선지의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경우 해당 버튼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dim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처리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) 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클릭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탭시 선지 하나씩 넘어감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.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lvl="0" algn="l" rtl="0">
                        <a:lnSpc>
                          <a:spcPts val="1050"/>
                        </a:lnSpc>
                        <a:buNone/>
                      </a:pP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  <a:p>
                      <a:pPr lvl="0" algn="l">
                        <a:lnSpc>
                          <a:spcPts val="1050"/>
                        </a:lnSpc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[2-2]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 정오답 채점</a:t>
                      </a:r>
                      <a:endParaRPr lang="ko-KR" alt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정답을 선택했을 경우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O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및 [1-2] 영역에 선지 표기됨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. 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오답을 선택했을 경우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X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표시가 표기되고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3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초 후 사라짐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.</a:t>
                      </a:r>
                    </a:p>
                    <a:p>
                      <a:pPr marL="84138" lvl="0" indent="-84138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오답</a:t>
                      </a:r>
                      <a:r>
                        <a:rPr lang="ko-KR" altLang="en-US" sz="900" b="0" i="0" u="none" strike="noStrike" noProof="0">
                          <a:solidFill>
                            <a:schemeClr val="tx1"/>
                          </a:solidFill>
                          <a:effectLst/>
                          <a:latin typeface="Malgun Gothic"/>
                          <a:ea typeface="Malgun Gothic"/>
                        </a:rPr>
                        <a:t>을</a:t>
                      </a:r>
                      <a:r>
                        <a:rPr lang="ko-KR" alt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2</a:t>
                      </a:r>
                      <a:r>
                        <a:rPr lang="ko-KR" alt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번 터치할 경우</a:t>
                      </a: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,</a:t>
                      </a:r>
                      <a:r>
                        <a:rPr lang="ko-KR" alt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힌트 제공 </a:t>
                      </a:r>
                      <a:endParaRPr lang="en-US" sz="900" b="0" i="0" u="none" strike="noStrike" noProof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  <a:p>
                      <a:pPr marL="84138" lvl="0" indent="-84138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→ </a:t>
                      </a:r>
                      <a:r>
                        <a:rPr lang="en-US" altLang="ko-KR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(2-4) </a:t>
                      </a:r>
                      <a:r>
                        <a:rPr lang="ko-KR" alt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힌트</a:t>
                      </a:r>
                      <a:r>
                        <a:rPr lang="en-US" altLang="ko-KR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: </a:t>
                      </a:r>
                      <a:r>
                        <a:rPr lang="ko-KR" alt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정답에 터치 유도할 수 있도록 정답에 해당하는 글자 볼드 처리되어 노출</a:t>
                      </a:r>
                      <a:endParaRPr lang="en-US" altLang="ko-KR" sz="900" b="0" i="0" u="none" strike="noStrike" noProof="0"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lvl="0" indent="-84138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3번 틀릴 시 오답 처리</a:t>
                      </a:r>
                      <a:r>
                        <a:rPr lang="en-US" altLang="ko-KR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X</a:t>
                      </a:r>
                      <a:r>
                        <a:rPr lang="ko-KR" altLang="en-US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표시 남음</a:t>
                      </a:r>
                      <a:endParaRPr lang="en-US"/>
                    </a:p>
                    <a:p>
                      <a:pPr lvl="0" algn="l" rtl="0">
                        <a:lnSpc>
                          <a:spcPts val="1050"/>
                        </a:lnSpc>
                        <a:buNone/>
                      </a:pP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  <a:p>
                      <a:pPr lvl="0" algn="l">
                        <a:lnSpc>
                          <a:spcPts val="1050"/>
                        </a:lnSpc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[2-3]</a:t>
                      </a:r>
                      <a:endParaRPr lang="ko-KR" altLang="en-US" b="1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카드 클릭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/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탭시 카드 하이라이트 효과 적용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ea typeface="Malgun Gothic"/>
                      </a:endParaRPr>
                    </a:p>
                    <a:p>
                      <a:pPr marL="84138" lvl="0" indent="-84138" algn="l" rtl="0">
                        <a:lnSpc>
                          <a:spcPts val="10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선택 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마우스 오버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선택 후 정답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선택 후 오답 디자인 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구분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4642" marR="34642" marT="17316" marB="1731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95548"/>
                  </a:ext>
                </a:extLst>
              </a:tr>
              <a:tr h="239323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r>
                        <a:rPr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3</a:t>
                      </a: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7" marB="333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lnSpc>
                          <a:spcPts val="1251"/>
                        </a:lnSpc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[</a:t>
                      </a:r>
                      <a:r>
                        <a:rPr lang="ko-KR" altLang="en-US" sz="900" b="1" i="0" u="none" strike="noStrike" err="1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정오답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표시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 영역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] </a:t>
                      </a:r>
                    </a:p>
                    <a:p>
                      <a:pPr marL="84138" lvl="0" indent="-84138" algn="l" rtl="0">
                        <a:lnSpc>
                          <a:spcPts val="1251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자동으로 </a:t>
                      </a:r>
                      <a:r>
                        <a:rPr lang="ko-KR" altLang="en-US" sz="900" b="0" i="0" u="none" strike="noStrike" err="1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정오답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 저장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,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게임 결과 문제 번호 인디케이터에 표시됨.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84138" lvl="0" indent="-84138" algn="l" rtl="0">
                        <a:lnSpc>
                          <a:spcPts val="1251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인디케이터 </a:t>
                      </a:r>
                      <a:r>
                        <a:rPr lang="ko-KR" altLang="en-US" sz="900" b="0" i="0" u="none" strike="noStrike" err="1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선택시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 해당 문항으로 이동 가능함.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ea typeface="Malgun Gothic"/>
                      </a:endParaRPr>
                    </a:p>
                  </a:txBody>
                  <a:tcPr marL="34642" marR="34642" marT="17316" marB="1731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827526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B19DA8B-3B44-7C9F-580B-B1A8825C5B34}"/>
              </a:ext>
            </a:extLst>
          </p:cNvPr>
          <p:cNvSpPr/>
          <p:nvPr/>
        </p:nvSpPr>
        <p:spPr>
          <a:xfrm>
            <a:off x="1108005" y="2805411"/>
            <a:ext cx="2822106" cy="3244918"/>
          </a:xfrm>
          <a:prstGeom prst="roundRect">
            <a:avLst>
              <a:gd name="adj" fmla="val 42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9C3F125-BEE1-FC02-72FC-12EAC8BA493B}"/>
              </a:ext>
            </a:extLst>
          </p:cNvPr>
          <p:cNvSpPr txBox="1"/>
          <p:nvPr/>
        </p:nvSpPr>
        <p:spPr>
          <a:xfrm>
            <a:off x="1802383" y="4702062"/>
            <a:ext cx="1679267" cy="3787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Alan Turing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8C9A7F1-E159-82F4-6858-11BF95B5A914}"/>
              </a:ext>
            </a:extLst>
          </p:cNvPr>
          <p:cNvSpPr/>
          <p:nvPr/>
        </p:nvSpPr>
        <p:spPr>
          <a:xfrm>
            <a:off x="1354002" y="5368804"/>
            <a:ext cx="2461745" cy="320880"/>
          </a:xfrm>
          <a:prstGeom prst="roundRect">
            <a:avLst/>
          </a:prstGeom>
          <a:solidFill>
            <a:schemeClr val="bg1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49B64DE-F8CC-766D-1479-07384B8E0CBB}"/>
              </a:ext>
            </a:extLst>
          </p:cNvPr>
          <p:cNvSpPr/>
          <p:nvPr/>
        </p:nvSpPr>
        <p:spPr>
          <a:xfrm>
            <a:off x="4443268" y="4078588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F0502020204030204"/>
                <a:cs typeface="+mn-lt"/>
              </a:rPr>
              <a:t>a creative painter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BF16857-B5E4-D840-A893-0C5A4C24E2F6}"/>
              </a:ext>
            </a:extLst>
          </p:cNvPr>
          <p:cNvSpPr/>
          <p:nvPr/>
        </p:nvSpPr>
        <p:spPr>
          <a:xfrm>
            <a:off x="4443268" y="5296407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popular baseball player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5131342-8451-43A2-8726-A5FF58A3B990}"/>
              </a:ext>
            </a:extLst>
          </p:cNvPr>
          <p:cNvSpPr/>
          <p:nvPr/>
        </p:nvSpPr>
        <p:spPr>
          <a:xfrm>
            <a:off x="4443268" y="4688734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famous animal scientist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B1D52C14-F43B-AB5C-3DF3-C2E47140A24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56" t="4502" r="13261" b="12442"/>
          <a:stretch/>
        </p:blipFill>
        <p:spPr>
          <a:xfrm rot="16200000">
            <a:off x="5804016" y="2872760"/>
            <a:ext cx="274276" cy="500804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3F9298EE-D7DF-2CC4-4FE9-C4006247E1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56" t="4502" r="13261" b="12442"/>
          <a:stretch/>
        </p:blipFill>
        <p:spPr>
          <a:xfrm rot="5400000">
            <a:off x="5801815" y="5813790"/>
            <a:ext cx="274276" cy="500804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sp>
        <p:nvSpPr>
          <p:cNvPr id="34" name="타원 33">
            <a:extLst>
              <a:ext uri="{FF2B5EF4-FFF2-40B4-BE49-F238E27FC236}">
                <a16:creationId xmlns:a16="http://schemas.microsoft.com/office/drawing/2014/main" id="{E794D014-5C34-509B-E298-6BD6120B169A}"/>
              </a:ext>
            </a:extLst>
          </p:cNvPr>
          <p:cNvSpPr/>
          <p:nvPr/>
        </p:nvSpPr>
        <p:spPr>
          <a:xfrm>
            <a:off x="5593146" y="4197043"/>
            <a:ext cx="696015" cy="685800"/>
          </a:xfrm>
          <a:prstGeom prst="ellipse">
            <a:avLst/>
          </a:prstGeom>
          <a:noFill/>
          <a:ln w="161925">
            <a:solidFill>
              <a:srgbClr val="00B0F0">
                <a:alpha val="6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F300B76-8E10-EEC0-BCB1-7D2583B61FF6}"/>
              </a:ext>
            </a:extLst>
          </p:cNvPr>
          <p:cNvGrpSpPr/>
          <p:nvPr/>
        </p:nvGrpSpPr>
        <p:grpSpPr>
          <a:xfrm>
            <a:off x="959119" y="2544317"/>
            <a:ext cx="492816" cy="266261"/>
            <a:chOff x="1160393" y="3273605"/>
            <a:chExt cx="492816" cy="266261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C419D47F-8F32-481F-A8F6-99B692E20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0226" y="3282691"/>
              <a:ext cx="257175" cy="257175"/>
            </a:xfrm>
            <a:prstGeom prst="rect">
              <a:avLst/>
            </a:prstGeom>
          </p:spPr>
        </p:pic>
        <p:sp>
          <p:nvSpPr>
            <p:cNvPr id="40" name="TextBox 53">
              <a:extLst>
                <a:ext uri="{FF2B5EF4-FFF2-40B4-BE49-F238E27FC236}">
                  <a16:creationId xmlns:a16="http://schemas.microsoft.com/office/drawing/2014/main" id="{39C0B068-8731-DC40-84D9-DB8C00F24FD1}"/>
                </a:ext>
              </a:extLst>
            </p:cNvPr>
            <p:cNvSpPr txBox="1"/>
            <p:nvPr/>
          </p:nvSpPr>
          <p:spPr>
            <a:xfrm>
              <a:off x="1160393" y="3273605"/>
              <a:ext cx="492816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1</a:t>
              </a:r>
              <a:endPara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DE889D3-A5A1-7AA5-51F5-3D8A16E04E35}"/>
              </a:ext>
            </a:extLst>
          </p:cNvPr>
          <p:cNvGrpSpPr/>
          <p:nvPr/>
        </p:nvGrpSpPr>
        <p:grpSpPr>
          <a:xfrm>
            <a:off x="7097070" y="2546423"/>
            <a:ext cx="492816" cy="266261"/>
            <a:chOff x="1160393" y="3273605"/>
            <a:chExt cx="492816" cy="266261"/>
          </a:xfrm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21EB2251-F0D1-6B9B-FFB5-0FF3D2F4A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0226" y="3282691"/>
              <a:ext cx="257175" cy="257175"/>
            </a:xfrm>
            <a:prstGeom prst="rect">
              <a:avLst/>
            </a:prstGeom>
          </p:spPr>
        </p:pic>
        <p:sp>
          <p:nvSpPr>
            <p:cNvPr id="44" name="TextBox 53">
              <a:extLst>
                <a:ext uri="{FF2B5EF4-FFF2-40B4-BE49-F238E27FC236}">
                  <a16:creationId xmlns:a16="http://schemas.microsoft.com/office/drawing/2014/main" id="{F5942D9E-B372-E9C3-F7A8-E9376AF6B03A}"/>
                </a:ext>
              </a:extLst>
            </p:cNvPr>
            <p:cNvSpPr txBox="1"/>
            <p:nvPr/>
          </p:nvSpPr>
          <p:spPr>
            <a:xfrm>
              <a:off x="1160393" y="3273605"/>
              <a:ext cx="492816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2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E980285-1319-0C59-AD9B-0ECB1E248DEC}"/>
              </a:ext>
            </a:extLst>
          </p:cNvPr>
          <p:cNvSpPr txBox="1"/>
          <p:nvPr/>
        </p:nvSpPr>
        <p:spPr>
          <a:xfrm>
            <a:off x="1891273" y="5423225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1-2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4533E6B-C8C4-E254-C104-2FC070DD5C7E}"/>
              </a:ext>
            </a:extLst>
          </p:cNvPr>
          <p:cNvSpPr/>
          <p:nvPr/>
        </p:nvSpPr>
        <p:spPr>
          <a:xfrm>
            <a:off x="4320362" y="2807436"/>
            <a:ext cx="3164138" cy="34866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53">
            <a:extLst>
              <a:ext uri="{FF2B5EF4-FFF2-40B4-BE49-F238E27FC236}">
                <a16:creationId xmlns:a16="http://schemas.microsoft.com/office/drawing/2014/main" id="{FEBAF9EE-9133-7ABA-834B-7405C46A94DC}"/>
              </a:ext>
            </a:extLst>
          </p:cNvPr>
          <p:cNvSpPr txBox="1"/>
          <p:nvPr/>
        </p:nvSpPr>
        <p:spPr>
          <a:xfrm>
            <a:off x="5950307" y="3077310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2-1</a:t>
            </a:r>
          </a:p>
        </p:txBody>
      </p:sp>
      <p:sp>
        <p:nvSpPr>
          <p:cNvPr id="51" name="TextBox 53">
            <a:extLst>
              <a:ext uri="{FF2B5EF4-FFF2-40B4-BE49-F238E27FC236}">
                <a16:creationId xmlns:a16="http://schemas.microsoft.com/office/drawing/2014/main" id="{BFD0D818-B1DF-2130-11B3-BB652B3F88C6}"/>
              </a:ext>
            </a:extLst>
          </p:cNvPr>
          <p:cNvSpPr txBox="1"/>
          <p:nvPr/>
        </p:nvSpPr>
        <p:spPr>
          <a:xfrm>
            <a:off x="5954363" y="4468402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2-2</a:t>
            </a:r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E5CA6E65-0984-0DD0-E931-3021AFBBF675}"/>
              </a:ext>
            </a:extLst>
          </p:cNvPr>
          <p:cNvSpPr txBox="1"/>
          <p:nvPr/>
        </p:nvSpPr>
        <p:spPr>
          <a:xfrm>
            <a:off x="6734007" y="3194147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2-3</a:t>
            </a:r>
          </a:p>
        </p:txBody>
      </p:sp>
      <p:sp>
        <p:nvSpPr>
          <p:cNvPr id="54" name="모서리가 둥근 직사각형 149">
            <a:extLst>
              <a:ext uri="{FF2B5EF4-FFF2-40B4-BE49-F238E27FC236}">
                <a16:creationId xmlns:a16="http://schemas.microsoft.com/office/drawing/2014/main" id="{2260161C-D639-9F3C-3B91-65501E5CC823}"/>
              </a:ext>
            </a:extLst>
          </p:cNvPr>
          <p:cNvSpPr/>
          <p:nvPr/>
        </p:nvSpPr>
        <p:spPr>
          <a:xfrm>
            <a:off x="4441723" y="3450482"/>
            <a:ext cx="2890470" cy="43514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a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computer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scientist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pic>
        <p:nvPicPr>
          <p:cNvPr id="55" name="그림 54" descr="인간의 얼굴, 사람, 의류, 턱이(가) 표시된 사진&#10;&#10;자동 생성된 설명">
            <a:extLst>
              <a:ext uri="{FF2B5EF4-FFF2-40B4-BE49-F238E27FC236}">
                <a16:creationId xmlns:a16="http://schemas.microsoft.com/office/drawing/2014/main" id="{3ABD8D9A-A473-641A-84E7-C84D874F3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725" y="3054925"/>
            <a:ext cx="1638300" cy="1619250"/>
          </a:xfrm>
          <a:prstGeom prst="rect">
            <a:avLst/>
          </a:prstGeom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24C4FBF1-6E28-4512-A621-8073DD46D281}"/>
              </a:ext>
            </a:extLst>
          </p:cNvPr>
          <p:cNvSpPr/>
          <p:nvPr/>
        </p:nvSpPr>
        <p:spPr>
          <a:xfrm>
            <a:off x="1103029" y="2807436"/>
            <a:ext cx="2963055" cy="3253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CB4704F0-DAA0-AA24-22E2-4B42845EE7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3509" y="2871023"/>
            <a:ext cx="409575" cy="476250"/>
          </a:xfrm>
          <a:prstGeom prst="rect">
            <a:avLst/>
          </a:prstGeom>
        </p:spPr>
      </p:pic>
      <p:sp>
        <p:nvSpPr>
          <p:cNvPr id="59" name="TextBox 53">
            <a:extLst>
              <a:ext uri="{FF2B5EF4-FFF2-40B4-BE49-F238E27FC236}">
                <a16:creationId xmlns:a16="http://schemas.microsoft.com/office/drawing/2014/main" id="{29CBF71A-2415-46ED-2E20-DA95F1E4F09A}"/>
              </a:ext>
            </a:extLst>
          </p:cNvPr>
          <p:cNvSpPr txBox="1"/>
          <p:nvPr/>
        </p:nvSpPr>
        <p:spPr>
          <a:xfrm>
            <a:off x="3469387" y="2857626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1-1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B12C1CB-1E3E-E2F5-4C4D-838AF1EEF1C7}"/>
              </a:ext>
            </a:extLst>
          </p:cNvPr>
          <p:cNvGrpSpPr/>
          <p:nvPr/>
        </p:nvGrpSpPr>
        <p:grpSpPr>
          <a:xfrm>
            <a:off x="448225" y="2255992"/>
            <a:ext cx="647247" cy="364801"/>
            <a:chOff x="448225" y="2255992"/>
            <a:chExt cx="647247" cy="364801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CDEE788C-9E7F-39A4-B178-937DF1F043F4}"/>
                </a:ext>
              </a:extLst>
            </p:cNvPr>
            <p:cNvSpPr/>
            <p:nvPr/>
          </p:nvSpPr>
          <p:spPr>
            <a:xfrm>
              <a:off x="573479" y="2255992"/>
              <a:ext cx="431436" cy="35855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2060"/>
                </a:solidFill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14A9B896-23F9-8EEE-F139-50290B7B4E47}"/>
                </a:ext>
              </a:extLst>
            </p:cNvPr>
            <p:cNvSpPr/>
            <p:nvPr/>
          </p:nvSpPr>
          <p:spPr>
            <a:xfrm>
              <a:off x="448225" y="2262240"/>
              <a:ext cx="647247" cy="35855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rgbClr val="002060"/>
                  </a:solidFill>
                </a:rPr>
                <a:t> 3</a:t>
              </a:r>
              <a:r>
                <a:rPr lang="ko-KR" altLang="en-US" sz="1200">
                  <a:solidFill>
                    <a:srgbClr val="002060"/>
                  </a:solidFill>
                </a:rPr>
                <a:t>점 </a:t>
              </a:r>
            </a:p>
          </p:txBody>
        </p:sp>
      </p:grp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56F97F7C-8BAA-2D7D-F05A-FA9C07B8AF73}"/>
              </a:ext>
            </a:extLst>
          </p:cNvPr>
          <p:cNvSpPr/>
          <p:nvPr/>
        </p:nvSpPr>
        <p:spPr>
          <a:xfrm>
            <a:off x="7696196" y="5961567"/>
            <a:ext cx="492816" cy="297584"/>
          </a:xfrm>
          <a:prstGeom prst="rightArrow">
            <a:avLst>
              <a:gd name="adj1" fmla="val 50000"/>
              <a:gd name="adj2" fmla="val 44898"/>
            </a:avLst>
          </a:prstGeom>
          <a:solidFill>
            <a:srgbClr val="8DA8EA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800" b="1" err="1">
                <a:ea typeface="맑은 고딕"/>
              </a:rPr>
              <a:t>다음</a:t>
            </a: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AFE36E0D-1B47-C18B-F250-E6390AEF94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5627" y="2251325"/>
            <a:ext cx="790512" cy="309019"/>
          </a:xfrm>
          <a:prstGeom prst="rect">
            <a:avLst/>
          </a:prstGeom>
        </p:spPr>
      </p:pic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2A25B4E-AA00-5D99-19E9-61425893F7E6}"/>
              </a:ext>
            </a:extLst>
          </p:cNvPr>
          <p:cNvCxnSpPr>
            <a:stCxn id="54" idx="1"/>
          </p:cNvCxnSpPr>
          <p:nvPr/>
        </p:nvCxnSpPr>
        <p:spPr>
          <a:xfrm flipH="1">
            <a:off x="2778296" y="3668053"/>
            <a:ext cx="1663427" cy="18243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53">
            <a:extLst>
              <a:ext uri="{FF2B5EF4-FFF2-40B4-BE49-F238E27FC236}">
                <a16:creationId xmlns:a16="http://schemas.microsoft.com/office/drawing/2014/main" id="{4D530544-B31F-FDD6-973B-48E509D17470}"/>
              </a:ext>
            </a:extLst>
          </p:cNvPr>
          <p:cNvSpPr txBox="1"/>
          <p:nvPr/>
        </p:nvSpPr>
        <p:spPr>
          <a:xfrm>
            <a:off x="4467382" y="5406270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2-</a:t>
            </a:r>
            <a:r>
              <a:rPr lang="en-US" altLang="ko-KR" sz="900" b="1">
                <a:solidFill>
                  <a:prstClr val="white"/>
                </a:solidFill>
                <a:highlight>
                  <a:srgbClr val="FF0000"/>
                </a:highlight>
                <a:latin typeface="맑은 고딕" panose="020F0502020204030204"/>
                <a:ea typeface="맑은 고딕"/>
              </a:rPr>
              <a:t>4</a:t>
            </a:r>
            <a:endParaRPr kumimoji="0" lang="en-US" altLang="ko-KR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FF0000"/>
              </a:highlight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4FEC2572-3FCF-EF72-A245-3F9B49C8814E}"/>
              </a:ext>
            </a:extLst>
          </p:cNvPr>
          <p:cNvSpPr/>
          <p:nvPr/>
        </p:nvSpPr>
        <p:spPr>
          <a:xfrm>
            <a:off x="2633718" y="2145383"/>
            <a:ext cx="278624" cy="27862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1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53D3E59-706D-D674-D0A5-C5391DFC6413}"/>
              </a:ext>
            </a:extLst>
          </p:cNvPr>
          <p:cNvSpPr/>
          <p:nvPr/>
        </p:nvSpPr>
        <p:spPr>
          <a:xfrm>
            <a:off x="3073831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2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F099B0E-73FA-4952-F0A3-E28E617AF340}"/>
              </a:ext>
            </a:extLst>
          </p:cNvPr>
          <p:cNvSpPr/>
          <p:nvPr/>
        </p:nvSpPr>
        <p:spPr>
          <a:xfrm>
            <a:off x="3513944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3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FB0620D-46B7-6245-2110-B3959BFC3124}"/>
              </a:ext>
            </a:extLst>
          </p:cNvPr>
          <p:cNvSpPr/>
          <p:nvPr/>
        </p:nvSpPr>
        <p:spPr>
          <a:xfrm>
            <a:off x="3954057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4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00688957-76EA-1667-2A6B-8831C0D2741D}"/>
              </a:ext>
            </a:extLst>
          </p:cNvPr>
          <p:cNvSpPr/>
          <p:nvPr/>
        </p:nvSpPr>
        <p:spPr>
          <a:xfrm>
            <a:off x="4394170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5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1673754F-DD2A-A6FE-D1B7-99C09B37F97C}"/>
              </a:ext>
            </a:extLst>
          </p:cNvPr>
          <p:cNvSpPr/>
          <p:nvPr/>
        </p:nvSpPr>
        <p:spPr>
          <a:xfrm>
            <a:off x="4834283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6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D9EE1687-A339-CB66-5894-7CD9D5C199B8}"/>
              </a:ext>
            </a:extLst>
          </p:cNvPr>
          <p:cNvSpPr/>
          <p:nvPr/>
        </p:nvSpPr>
        <p:spPr>
          <a:xfrm>
            <a:off x="5274396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7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E61BC3F5-E06E-904A-10DA-C6C00C3619E5}"/>
              </a:ext>
            </a:extLst>
          </p:cNvPr>
          <p:cNvSpPr/>
          <p:nvPr/>
        </p:nvSpPr>
        <p:spPr>
          <a:xfrm>
            <a:off x="5714512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8</a:t>
            </a:r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85" name="그림 84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B6183119-0CD0-E073-C4EB-544053A492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9180" y="2092182"/>
            <a:ext cx="399934" cy="381002"/>
          </a:xfrm>
          <a:prstGeom prst="rect">
            <a:avLst/>
          </a:prstGeom>
          <a:ln w="12700">
            <a:noFill/>
          </a:ln>
        </p:spPr>
      </p:pic>
      <p:sp>
        <p:nvSpPr>
          <p:cNvPr id="86" name="곱하기 기호 85">
            <a:extLst>
              <a:ext uri="{FF2B5EF4-FFF2-40B4-BE49-F238E27FC236}">
                <a16:creationId xmlns:a16="http://schemas.microsoft.com/office/drawing/2014/main" id="{72949E2F-7ECB-7C5C-6159-55F87C5F3BBB}"/>
              </a:ext>
            </a:extLst>
          </p:cNvPr>
          <p:cNvSpPr/>
          <p:nvPr/>
        </p:nvSpPr>
        <p:spPr>
          <a:xfrm>
            <a:off x="3042171" y="2055874"/>
            <a:ext cx="431436" cy="447367"/>
          </a:xfrm>
          <a:prstGeom prst="mathMultiply">
            <a:avLst>
              <a:gd name="adj1" fmla="val 13398"/>
            </a:avLst>
          </a:prstGeom>
          <a:solidFill>
            <a:srgbClr val="FF0000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81BA09E9-A95B-2142-BEE7-C14B1723A19B}"/>
              </a:ext>
            </a:extLst>
          </p:cNvPr>
          <p:cNvGrpSpPr/>
          <p:nvPr/>
        </p:nvGrpSpPr>
        <p:grpSpPr>
          <a:xfrm>
            <a:off x="2292558" y="1891609"/>
            <a:ext cx="492816" cy="266261"/>
            <a:chOff x="1160393" y="3273605"/>
            <a:chExt cx="492816" cy="266261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AD2D41DC-DB2F-334D-0167-4EAF33E93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80226" y="3282691"/>
              <a:ext cx="257175" cy="257175"/>
            </a:xfrm>
            <a:prstGeom prst="rect">
              <a:avLst/>
            </a:prstGeom>
          </p:spPr>
        </p:pic>
        <p:sp>
          <p:nvSpPr>
            <p:cNvPr id="95" name="TextBox 53">
              <a:extLst>
                <a:ext uri="{FF2B5EF4-FFF2-40B4-BE49-F238E27FC236}">
                  <a16:creationId xmlns:a16="http://schemas.microsoft.com/office/drawing/2014/main" id="{1CC1A6FF-B0A6-7803-C03C-5A542EE2A788}"/>
                </a:ext>
              </a:extLst>
            </p:cNvPr>
            <p:cNvSpPr txBox="1"/>
            <p:nvPr/>
          </p:nvSpPr>
          <p:spPr>
            <a:xfrm>
              <a:off x="1160393" y="3273605"/>
              <a:ext cx="492816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3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96" name="그림 95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C6DCBC30-FF8C-1917-D2A2-FE0EC70F9F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6836" y="2092181"/>
            <a:ext cx="399934" cy="381002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63402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064B-8934-3EDE-815F-9446EFDFD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2">
            <a:extLst>
              <a:ext uri="{FF2B5EF4-FFF2-40B4-BE49-F238E27FC236}">
                <a16:creationId xmlns:a16="http://schemas.microsoft.com/office/drawing/2014/main" id="{A372715A-5547-BB71-DC19-76A746397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게임하기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CF566E5-8F00-50FE-FD09-DC9F772D9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955817"/>
              </p:ext>
            </p:extLst>
          </p:nvPr>
        </p:nvGraphicFramePr>
        <p:xfrm>
          <a:off x="251391" y="961027"/>
          <a:ext cx="11544294" cy="576961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5454">
                  <a:extLst>
                    <a:ext uri="{9D8B030D-6E8A-4147-A177-3AD203B41FA5}">
                      <a16:colId xmlns:a16="http://schemas.microsoft.com/office/drawing/2014/main" val="347838022"/>
                    </a:ext>
                  </a:extLst>
                </a:gridCol>
                <a:gridCol w="2285780">
                  <a:extLst>
                    <a:ext uri="{9D8B030D-6E8A-4147-A177-3AD203B41FA5}">
                      <a16:colId xmlns:a16="http://schemas.microsoft.com/office/drawing/2014/main" val="3224460809"/>
                    </a:ext>
                  </a:extLst>
                </a:gridCol>
                <a:gridCol w="2402416">
                  <a:extLst>
                    <a:ext uri="{9D8B030D-6E8A-4147-A177-3AD203B41FA5}">
                      <a16:colId xmlns:a16="http://schemas.microsoft.com/office/drawing/2014/main" val="1861610188"/>
                    </a:ext>
                  </a:extLst>
                </a:gridCol>
                <a:gridCol w="412515">
                  <a:extLst>
                    <a:ext uri="{9D8B030D-6E8A-4147-A177-3AD203B41FA5}">
                      <a16:colId xmlns:a16="http://schemas.microsoft.com/office/drawing/2014/main" val="2702982093"/>
                    </a:ext>
                  </a:extLst>
                </a:gridCol>
                <a:gridCol w="589280">
                  <a:extLst>
                    <a:ext uri="{9D8B030D-6E8A-4147-A177-3AD203B41FA5}">
                      <a16:colId xmlns:a16="http://schemas.microsoft.com/office/drawing/2014/main" val="74761347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177899388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133828468"/>
                    </a:ext>
                  </a:extLst>
                </a:gridCol>
                <a:gridCol w="553649">
                  <a:extLst>
                    <a:ext uri="{9D8B030D-6E8A-4147-A177-3AD203B41FA5}">
                      <a16:colId xmlns:a16="http://schemas.microsoft.com/office/drawing/2014/main" val="1994345756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endParaRPr lang="ko-KR" altLang="en-US" sz="1000" dirty="0">
                        <a:effectLst/>
                        <a:ea typeface="맑은 고딕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1200" b="1" dirty="0">
                          <a:effectLst/>
                          <a:ea typeface="맑은 고딕"/>
                        </a:rPr>
                        <a:t>인물 이름</a:t>
                      </a:r>
                      <a:endParaRPr lang="ko-KR" altLang="en-US">
                        <a:effectLst/>
                        <a:ea typeface="맑은 고딕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1200" b="1" dirty="0">
                          <a:effectLst/>
                          <a:ea typeface="맑은 고딕"/>
                        </a:rPr>
                        <a:t>선지</a:t>
                      </a:r>
                      <a:endParaRPr lang="ko-KR" altLang="en-US">
                        <a:effectLst/>
                        <a:ea typeface="맑은 고딕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1200" b="1" dirty="0">
                          <a:effectLst/>
                        </a:rPr>
                        <a:t>점수</a:t>
                      </a:r>
                      <a:endParaRPr lang="ko-K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endParaRPr lang="ko-KR" altLang="en-US" sz="1200" b="1" dirty="0">
                        <a:effectLst/>
                        <a:ea typeface="맑은 고딕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1200" b="1" dirty="0">
                          <a:effectLst/>
                          <a:ea typeface="맑은 고딕"/>
                        </a:rPr>
                        <a:t>인물 이름</a:t>
                      </a:r>
                      <a:endParaRPr lang="ko-KR" altLang="en-US">
                        <a:effectLst/>
                        <a:ea typeface="맑은 고딕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1200" b="1" dirty="0">
                          <a:effectLst/>
                          <a:ea typeface="맑은 고딕"/>
                        </a:rPr>
                        <a:t>선지</a:t>
                      </a:r>
                      <a:endParaRPr lang="ko-KR" altLang="en-US">
                        <a:effectLst/>
                        <a:ea typeface="맑은 고딕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ts val="14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점수</a:t>
                      </a:r>
                      <a:endParaRPr kumimoji="0" lang="ko-KR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998108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1200" b="1" dirty="0">
                          <a:effectLst/>
                          <a:ea typeface="맑은 고딕"/>
                        </a:rPr>
                        <a:t>1</a:t>
                      </a:r>
                      <a:endParaRPr lang="ko-KR" altLang="en-US">
                        <a:effectLst/>
                        <a:ea typeface="맑은 고딕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Malgun Gothic"/>
                        </a:rPr>
                        <a:t>Alan Turing</a:t>
                      </a:r>
                      <a:endParaRPr lang="ko-KR" altLang="en-US"/>
                    </a:p>
                    <a:p>
                      <a:pPr lvl="0">
                        <a:lnSpc>
                          <a:spcPts val="1425"/>
                        </a:lnSpc>
                        <a:buNone/>
                      </a:pPr>
                      <a:endParaRPr lang="en-US" altLang="ko-KR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computer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scientist (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정답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)</a:t>
                      </a:r>
                      <a:endParaRPr lang="ko-KR" alt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creative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painter</a:t>
                      </a:r>
                      <a:endParaRPr lang="en-US" altLang="ko-KR" dirty="0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famous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animal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scientist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popular baseball player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leader in South Africa</a:t>
                      </a:r>
                      <a:endParaRPr 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the first woman pilot in Korea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pianist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woman writer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+3</a:t>
                      </a:r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Malgun Gothic"/>
                        </a:rPr>
                        <a:t>5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맑은 고딕"/>
                        </a:rPr>
                        <a:t>Franz Liszt</a:t>
                      </a:r>
                      <a:endParaRPr lang="en-US" altLang="ko-KR">
                        <a:effectLst/>
                        <a:latin typeface="맑은 고딕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famous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animal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scientist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popular baseball player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leader in South Africa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the first woman pilot in Korea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a great pianist (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정답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)</a:t>
                      </a:r>
                      <a:endParaRPr lang="ko-KR" alt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woman writer</a:t>
                      </a:r>
                      <a:endParaRPr 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 computer scientist</a:t>
                      </a:r>
                      <a:endParaRPr 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 creative painter</a:t>
                      </a:r>
                      <a:endParaRPr lang="en-US" altLang="ko-KR" dirty="0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+3</a:t>
                      </a:r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11532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1200" b="1" dirty="0">
                          <a:effectLst/>
                          <a:ea typeface="맑은 고딕"/>
                        </a:rPr>
                        <a:t>2</a:t>
                      </a:r>
                      <a:endParaRPr lang="ko-KR" altLang="en-US">
                        <a:effectLst/>
                        <a:ea typeface="맑은 고딕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Malgun Gothic"/>
                        </a:rPr>
                        <a:t>Frida Kahlo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computer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scientist</a:t>
                      </a:r>
                      <a:endParaRPr 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creative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painter (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정답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)</a:t>
                      </a:r>
                      <a:endParaRPr lang="ko-KR" alt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leader in South Africa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the first woman pilot in Korea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 famous animal scientist</a:t>
                      </a:r>
                      <a:endParaRPr 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 popular baseball player</a:t>
                      </a:r>
                      <a:endParaRPr 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pianist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woman writer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+2</a:t>
                      </a:r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sz="1200" b="1" dirty="0">
                          <a:effectLst/>
                          <a:latin typeface="Malgun Gothic"/>
                        </a:rPr>
                        <a:t>6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en-US" sz="1200" dirty="0">
                          <a:effectLst/>
                          <a:latin typeface="Malgun Gothic"/>
                        </a:rPr>
                        <a:t>Nelson Mandela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computer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scientist</a:t>
                      </a:r>
                      <a:endParaRPr 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 famous animal scientist</a:t>
                      </a:r>
                      <a:endParaRPr 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 popular baseball player</a:t>
                      </a:r>
                      <a:endParaRPr 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creative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painter</a:t>
                      </a:r>
                      <a:endParaRPr lang="en-US" altLang="ko-KR" dirty="0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a great leader in South Africa (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정답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)</a:t>
                      </a:r>
                      <a:endParaRPr lang="ko-KR" altLang="en-US">
                        <a:effectLst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the first woman pilot in Korea</a:t>
                      </a:r>
                      <a:endParaRPr lang="en-US" altLang="ko-KR" dirty="0">
                        <a:effectLst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pianist</a:t>
                      </a:r>
                      <a:endParaRPr lang="en-US" altLang="ko-KR" dirty="0">
                        <a:effectLst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woman writer</a:t>
                      </a:r>
                      <a:endParaRPr lang="en-US" altLang="ko-KR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+2</a:t>
                      </a:r>
                      <a:endParaRPr lang="ko-KR" altLang="en-US"/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77697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1200" b="1" dirty="0">
                          <a:effectLst/>
                          <a:ea typeface="맑은 고딕"/>
                        </a:rPr>
                        <a:t>3</a:t>
                      </a:r>
                      <a:endParaRPr lang="ko-KR" altLang="en-US">
                        <a:effectLst/>
                        <a:ea typeface="맑은 고딕"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dirty="0">
                          <a:effectLst/>
                          <a:ea typeface="맑은 고딕"/>
                        </a:rPr>
                        <a:t>Jane </a:t>
                      </a:r>
                      <a:r>
                        <a:rPr lang="af-ZA" altLang="ko-KR" sz="1200" err="1">
                          <a:effectLst/>
                          <a:ea typeface="맑은 고딕"/>
                        </a:rPr>
                        <a:t>Goodall</a:t>
                      </a:r>
                      <a:endParaRPr lang="af-ZA" altLang="ko-KR">
                        <a:effectLst/>
                        <a:ea typeface="맑은 고딕"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computer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scientist</a:t>
                      </a:r>
                      <a:endParaRPr 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creative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painter</a:t>
                      </a:r>
                      <a:endParaRPr lang="en-US" altLang="ko-KR" dirty="0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famous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animal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scientist (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정답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)</a:t>
                      </a:r>
                      <a:endParaRPr lang="ko-KR" alt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popular baseball player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the first woman pilot in Korea</a:t>
                      </a:r>
                      <a:endParaRPr lang="en-US" altLang="ko-KR" dirty="0">
                        <a:effectLst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 great leader in South Africa</a:t>
                      </a:r>
                      <a:endParaRPr 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pianist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woman writer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+2</a:t>
                      </a:r>
                      <a:endParaRPr lang="ko-KR" altLang="en-US"/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1200" b="1" dirty="0">
                          <a:effectLst/>
                          <a:ea typeface="맑은 고딕"/>
                        </a:rPr>
                        <a:t>7</a:t>
                      </a:r>
                      <a:endParaRPr lang="ko-KR" altLang="en-US">
                        <a:effectLst/>
                        <a:ea typeface="맑은 고딕"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dirty="0">
                          <a:effectLst/>
                          <a:ea typeface="맑은 고딕"/>
                        </a:rPr>
                        <a:t>Jane Austen</a:t>
                      </a:r>
                      <a:endParaRPr lang="af-ZA" altLang="ko-KR" dirty="0">
                        <a:effectLst/>
                        <a:ea typeface="맑은 고딕"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computer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scientist</a:t>
                      </a:r>
                      <a:endParaRPr 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creative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painter</a:t>
                      </a:r>
                      <a:endParaRPr lang="en-US" altLang="ko-KR" dirty="0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famous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animal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scientist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popular baseball player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leader in South Africa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a great woman writer (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정답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)</a:t>
                      </a:r>
                      <a:endParaRPr lang="ko-KR" altLang="en-US">
                        <a:effectLst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the first woman pilot in Korea</a:t>
                      </a:r>
                      <a:endParaRPr 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 great pianist</a:t>
                      </a:r>
                      <a:endParaRPr lang="en-US" altLang="ko-KR"/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+3</a:t>
                      </a:r>
                      <a:endParaRPr lang="ko-KR" altLang="en-US" sz="1200">
                        <a:effectLst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351630"/>
                  </a:ext>
                </a:extLst>
              </a:tr>
              <a:tr h="1390650"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1200" b="1" dirty="0">
                          <a:effectLst/>
                          <a:ea typeface="맑은 고딕"/>
                        </a:rPr>
                        <a:t>4</a:t>
                      </a:r>
                      <a:endParaRPr lang="ko-KR" altLang="en-US">
                        <a:effectLst/>
                        <a:ea typeface="맑은 고딕"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err="1">
                          <a:effectLst/>
                          <a:ea typeface="맑은 고딕"/>
                        </a:rPr>
                        <a:t>Gwon</a:t>
                      </a:r>
                      <a:r>
                        <a:rPr lang="af-ZA" altLang="ko-KR" sz="1200" dirty="0">
                          <a:effectLst/>
                          <a:ea typeface="맑은 고딕"/>
                        </a:rPr>
                        <a:t> </a:t>
                      </a:r>
                      <a:r>
                        <a:rPr lang="af-ZA" altLang="ko-KR" sz="1200" err="1">
                          <a:effectLst/>
                          <a:ea typeface="맑은 고딕"/>
                        </a:rPr>
                        <a:t>Giok</a:t>
                      </a:r>
                      <a:endParaRPr lang="af-ZA" altLang="ko-KR">
                        <a:effectLst/>
                        <a:ea typeface="맑은 고딕"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computer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scientist</a:t>
                      </a:r>
                      <a:endParaRPr 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creative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painter</a:t>
                      </a:r>
                      <a:endParaRPr lang="en-US" altLang="ko-KR" dirty="0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leader in South Africa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the first woman pilot in Korea (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정답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)</a:t>
                      </a:r>
                      <a:endParaRPr lang="ko-KR" alt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pianist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woman writer</a:t>
                      </a:r>
                      <a:endParaRPr lang="en-US" altLang="ko-KR" dirty="0">
                        <a:effectLst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 famous animal scientist</a:t>
                      </a:r>
                      <a:endParaRPr 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 popular baseball player</a:t>
                      </a:r>
                      <a:endParaRPr lang="en-US" altLang="ko-KR"/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200" dirty="0">
                          <a:effectLst/>
                        </a:rPr>
                        <a:t>+3</a:t>
                      </a:r>
                      <a:endParaRPr lang="ko-KR" altLang="en-US"/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425"/>
                        </a:lnSpc>
                        <a:buNone/>
                      </a:pPr>
                      <a:r>
                        <a:rPr lang="en-US" altLang="ko-KR" sz="1200" b="1" dirty="0">
                          <a:effectLst/>
                          <a:ea typeface="맑은 고딕"/>
                        </a:rPr>
                        <a:t>8</a:t>
                      </a:r>
                      <a:endParaRPr lang="ko-KR" altLang="en-US">
                        <a:effectLst/>
                        <a:ea typeface="맑은 고딕"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425"/>
                        </a:lnSpc>
                        <a:buNone/>
                      </a:pPr>
                      <a:r>
                        <a:rPr lang="af-ZA" altLang="ko-KR" sz="1200" dirty="0">
                          <a:effectLst/>
                          <a:ea typeface="맑은 고딕"/>
                        </a:rPr>
                        <a:t>Jackie Robinson</a:t>
                      </a:r>
                      <a:endParaRPr lang="af-ZA" altLang="ko-KR">
                        <a:effectLst/>
                        <a:ea typeface="맑은 고딕"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 great leader in South Africa</a:t>
                      </a:r>
                      <a:endParaRPr lang="ko-KR" alt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the first woman pilot in Korea</a:t>
                      </a:r>
                      <a:endParaRPr lang="en-US"/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computer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scientist</a:t>
                      </a:r>
                      <a:endParaRPr lang="en-US">
                        <a:effectLst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creative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painter</a:t>
                      </a:r>
                      <a:endParaRPr lang="en-US" altLang="ko-KR" dirty="0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famous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animal</a:t>
                      </a:r>
                      <a:r>
                        <a:rPr lang="en-US" altLang="ko-KR" sz="1000" dirty="0">
                          <a:effectLst/>
                          <a:ea typeface="Malgun Gothic"/>
                        </a:rPr>
                        <a:t> </a:t>
                      </a:r>
                      <a:r>
                        <a:rPr lang="en-US" sz="1000" dirty="0">
                          <a:effectLst/>
                          <a:latin typeface="Malgun Gothic"/>
                        </a:rPr>
                        <a:t>scientist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a popular baseball player (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정답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  <a:effectLst/>
                          <a:latin typeface="Malgun Gothic"/>
                        </a:rPr>
                        <a:t>)</a:t>
                      </a:r>
                      <a:endParaRPr lang="ko-KR" altLang="en-US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pianist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  <a:p>
                      <a:pPr lvl="0">
                        <a:lnSpc>
                          <a:spcPts val="1200"/>
                        </a:lnSpc>
                        <a:buNone/>
                      </a:pPr>
                      <a:r>
                        <a:rPr lang="en-US" sz="1000" dirty="0">
                          <a:effectLst/>
                          <a:latin typeface="Malgun Gothic"/>
                        </a:rPr>
                        <a:t>a great woman writer</a:t>
                      </a:r>
                      <a:endParaRPr lang="en-US" altLang="ko-KR">
                        <a:effectLst/>
                        <a:latin typeface="Malgun Gothic"/>
                      </a:endParaRPr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+2</a:t>
                      </a:r>
                      <a:endParaRPr kumimoji="0" lang="ko-KR" altLang="en-US"/>
                    </a:p>
                  </a:txBody>
                  <a:tcPr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085800"/>
                  </a:ext>
                </a:extLst>
              </a:tr>
            </a:tbl>
          </a:graphicData>
        </a:graphic>
      </p:graphicFrame>
      <p:pic>
        <p:nvPicPr>
          <p:cNvPr id="3" name="그림 2" descr="인간의 얼굴, 사람, 의류, 만화 영화이(가) 표시된 사진&#10;&#10;자동 생성된 설명">
            <a:extLst>
              <a:ext uri="{FF2B5EF4-FFF2-40B4-BE49-F238E27FC236}">
                <a16:creationId xmlns:a16="http://schemas.microsoft.com/office/drawing/2014/main" id="{35A1AFDA-2BE5-8C95-0CDC-029E7FA9E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652" y="1539875"/>
            <a:ext cx="914400" cy="904875"/>
          </a:xfrm>
          <a:prstGeom prst="rect">
            <a:avLst/>
          </a:prstGeom>
        </p:spPr>
      </p:pic>
      <p:pic>
        <p:nvPicPr>
          <p:cNvPr id="4" name="그림 3" descr="인간의 얼굴, 의류, 만화 영화, 스케치이(가) 표시된 사진&#10;&#10;자동 생성된 설명">
            <a:extLst>
              <a:ext uri="{FF2B5EF4-FFF2-40B4-BE49-F238E27FC236}">
                <a16:creationId xmlns:a16="http://schemas.microsoft.com/office/drawing/2014/main" id="{6547CEC0-E0BA-5E8C-3B0C-451C913B1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956" y="4141107"/>
            <a:ext cx="971550" cy="990600"/>
          </a:xfrm>
          <a:prstGeom prst="rect">
            <a:avLst/>
          </a:prstGeom>
        </p:spPr>
      </p:pic>
      <p:pic>
        <p:nvPicPr>
          <p:cNvPr id="5" name="그림 4" descr="인간의 얼굴, 미소, 안경, 의류이(가) 표시된 사진&#10;&#10;자동 생성된 설명">
            <a:extLst>
              <a:ext uri="{FF2B5EF4-FFF2-40B4-BE49-F238E27FC236}">
                <a16:creationId xmlns:a16="http://schemas.microsoft.com/office/drawing/2014/main" id="{E2D2E42E-48B4-9F30-AB8F-F434FF4068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902" y="5445125"/>
            <a:ext cx="1066800" cy="1047750"/>
          </a:xfrm>
          <a:prstGeom prst="rect">
            <a:avLst/>
          </a:prstGeom>
        </p:spPr>
      </p:pic>
      <p:pic>
        <p:nvPicPr>
          <p:cNvPr id="6" name="그림 5" descr="야구모자, 야구, 의류, 캡이(가) 표시된 사진&#10;&#10;자동 생성된 설명">
            <a:extLst>
              <a:ext uri="{FF2B5EF4-FFF2-40B4-BE49-F238E27FC236}">
                <a16:creationId xmlns:a16="http://schemas.microsoft.com/office/drawing/2014/main" id="{8DD00588-0100-C3A1-E567-F17905C8E2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7690" y="5372553"/>
            <a:ext cx="1162050" cy="1190625"/>
          </a:xfrm>
          <a:prstGeom prst="rect">
            <a:avLst/>
          </a:prstGeom>
        </p:spPr>
      </p:pic>
      <p:pic>
        <p:nvPicPr>
          <p:cNvPr id="7" name="그림 6" descr="인간의 얼굴, 의류, 만화 영화, 그림이(가) 표시된 사진&#10;&#10;자동 생성된 설명">
            <a:extLst>
              <a:ext uri="{FF2B5EF4-FFF2-40B4-BE49-F238E27FC236}">
                <a16:creationId xmlns:a16="http://schemas.microsoft.com/office/drawing/2014/main" id="{5EC3F518-7864-9417-D6AC-7716439115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5636" y="4045857"/>
            <a:ext cx="1133475" cy="1085850"/>
          </a:xfrm>
          <a:prstGeom prst="rect">
            <a:avLst/>
          </a:prstGeom>
        </p:spPr>
      </p:pic>
      <p:pic>
        <p:nvPicPr>
          <p:cNvPr id="8" name="그림 7" descr="의류, 인간의 얼굴, 사람, 칼라이(가) 표시된 사진&#10;&#10;자동 생성된 설명">
            <a:extLst>
              <a:ext uri="{FF2B5EF4-FFF2-40B4-BE49-F238E27FC236}">
                <a16:creationId xmlns:a16="http://schemas.microsoft.com/office/drawing/2014/main" id="{39D5E96C-AD5F-8F8C-394E-463B4BABA2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8036" y="2816679"/>
            <a:ext cx="904875" cy="904875"/>
          </a:xfrm>
          <a:prstGeom prst="rect">
            <a:avLst/>
          </a:prstGeom>
        </p:spPr>
      </p:pic>
      <p:pic>
        <p:nvPicPr>
          <p:cNvPr id="11" name="그림 10" descr="인간의 얼굴, 의류, 스케치, 정장 차림이(가) 표시된 사진&#10;&#10;자동 생성된 설명">
            <a:extLst>
              <a:ext uri="{FF2B5EF4-FFF2-40B4-BE49-F238E27FC236}">
                <a16:creationId xmlns:a16="http://schemas.microsoft.com/office/drawing/2014/main" id="{2892BA6B-DF02-C8BA-D413-25A84E35B3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9911" y="1437697"/>
            <a:ext cx="1219200" cy="1200150"/>
          </a:xfrm>
          <a:prstGeom prst="rect">
            <a:avLst/>
          </a:prstGeom>
        </p:spPr>
      </p:pic>
      <p:pic>
        <p:nvPicPr>
          <p:cNvPr id="12" name="그림 11" descr="인간의 얼굴, 의류, 패션 액세서리, 만화 영화이(가) 표시된 사진&#10;&#10;자동 생성된 설명">
            <a:extLst>
              <a:ext uri="{FF2B5EF4-FFF2-40B4-BE49-F238E27FC236}">
                <a16:creationId xmlns:a16="http://schemas.microsoft.com/office/drawing/2014/main" id="{E342AFB1-7E39-6D5B-B967-45A033EABF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7426" y="2749550"/>
            <a:ext cx="105727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55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5D3CC-9EC9-0E3A-02ED-F95BCF0BE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2">
            <a:extLst>
              <a:ext uri="{FF2B5EF4-FFF2-40B4-BE49-F238E27FC236}">
                <a16:creationId xmlns:a16="http://schemas.microsoft.com/office/drawing/2014/main" id="{2CB87FBF-1F0B-D384-410B-5FED1ADC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게임하기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F3938E-32BD-9525-62E3-F98D16A5EB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A1BDC61-B6B8-6A3A-B935-FF40BBFA03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36000" tIns="45720" rIns="36000" bIns="45720" anchor="t"/>
          <a:lstStyle/>
          <a:p>
            <a:r>
              <a:rPr lang="ko-KR" altLang="en-US">
                <a:ea typeface="맑은 고딕"/>
              </a:rPr>
              <a:t>신규 콘텐츠</a:t>
            </a:r>
            <a:endParaRPr lang="ko-KR" altLang="en-US"/>
          </a:p>
        </p:txBody>
      </p:sp>
      <p:graphicFrame>
        <p:nvGraphicFramePr>
          <p:cNvPr id="3" name="Group 57">
            <a:extLst>
              <a:ext uri="{FF2B5EF4-FFF2-40B4-BE49-F238E27FC236}">
                <a16:creationId xmlns:a16="http://schemas.microsoft.com/office/drawing/2014/main" id="{F3F8ABB2-E1BE-D4A2-7193-CAD487F04506}"/>
              </a:ext>
            </a:extLst>
          </p:cNvPr>
          <p:cNvGraphicFramePr>
            <a:graphicFrameLocks/>
          </p:cNvGraphicFramePr>
          <p:nvPr/>
        </p:nvGraphicFramePr>
        <p:xfrm>
          <a:off x="8456083" y="1068917"/>
          <a:ext cx="3618956" cy="202875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21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7734">
                  <a:extLst>
                    <a:ext uri="{9D8B030D-6E8A-4147-A177-3AD203B41FA5}">
                      <a16:colId xmlns:a16="http://schemas.microsoft.com/office/drawing/2014/main" val="1534598412"/>
                    </a:ext>
                  </a:extLst>
                </a:gridCol>
              </a:tblGrid>
              <a:tr h="9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No</a:t>
                      </a: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UI Description</a:t>
                      </a:r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</a:endParaRP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511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4</a:t>
                      </a:r>
                    </a:p>
                  </a:txBody>
                  <a:tcPr marL="0" marR="0" marT="33397" marB="333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lnSpc>
                          <a:spcPts val="1251"/>
                        </a:lnSpc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[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점수 배점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]</a:t>
                      </a:r>
                    </a:p>
                    <a:p>
                      <a:pPr marL="84138" lvl="0" indent="-84138" algn="l" rtl="0">
                        <a:lnSpc>
                          <a:spcPts val="1251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해당 문항 배점 노출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ea typeface="Malgun Gothic"/>
                      </a:endParaRPr>
                    </a:p>
                    <a:p>
                      <a:pPr marL="84138" lvl="0" indent="-84138" algn="l" rtl="0">
                        <a:lnSpc>
                          <a:spcPts val="1251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정답 시 해당 배점으로 자동으로 점수 계산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ea typeface="Malgun Gothic"/>
                      </a:endParaRPr>
                    </a:p>
                  </a:txBody>
                  <a:tcPr marL="34642" marR="34642" marT="17316" marB="1731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33784"/>
                  </a:ext>
                </a:extLst>
              </a:tr>
              <a:tr h="328800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5</a:t>
                      </a:r>
                    </a:p>
                  </a:txBody>
                  <a:tcPr marL="0" marR="0" marT="33397" marB="333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[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다음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문항으로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넘어가기 버튼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]</a:t>
                      </a:r>
                    </a:p>
                    <a:p>
                      <a:pPr marL="84138" marR="0" lvl="0" indent="-84138" algn="l" defTabSz="914400" rtl="0" eaLnBrk="1" fontAlgn="auto" latinLnBrk="1" hangingPunct="1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정오답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채점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([2-2])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이후 버튼 생성 및 활성화 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</a:b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FF0000"/>
                          </a:solidFill>
                          <a:effectLst/>
                          <a:latin typeface="Malgun Gothic"/>
                          <a:ea typeface="Malgun Gothic"/>
                        </a:rPr>
                        <a:t>터치 유도 효과 적용</a:t>
                      </a:r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Malgun Gothic"/>
                          <a:ea typeface="Malgun Gothic"/>
                        </a:rPr>
                        <a:t>)</a:t>
                      </a:r>
                    </a:p>
                    <a:p>
                      <a:pPr marL="84138" marR="0" lvl="0" indent="-84138" algn="l" rtl="0" eaLnBrk="1" fontAlgn="auto" latinLnBrk="1" hangingPunct="1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클릭 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다음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문항으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로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이동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마지막 문항의 경우 해당 버튼 클릭 시 결과 화면 노출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) /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첫 번째 문항에서는 [이전]버튼 노출되지 않음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.</a:t>
                      </a:r>
                    </a:p>
                  </a:txBody>
                  <a:tcPr marL="34642" marR="34642" marT="17316" marB="1731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95548"/>
                  </a:ext>
                </a:extLst>
              </a:tr>
              <a:tr h="239323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6</a:t>
                      </a:r>
                    </a:p>
                  </a:txBody>
                  <a:tcPr marL="0" marR="0" marT="33396" marB="3339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355" marR="0" lvl="0" indent="-173355" algn="l">
                        <a:lnSpc>
                          <a:spcPts val="1300"/>
                        </a:lnSpc>
                        <a:buNone/>
                      </a:pPr>
                      <a:r>
                        <a:rPr lang="en-US" altLang="ko-KR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ko-KR" altLang="en-US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예시 대화 버튼</a:t>
                      </a:r>
                      <a:r>
                        <a:rPr lang="en-US" altLang="ko-KR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]</a:t>
                      </a:r>
                    </a:p>
                    <a:p>
                      <a:pPr marL="173355" marR="0" lvl="0" indent="-173355" algn="l">
                        <a:lnSpc>
                          <a:spcPts val="1300"/>
                        </a:lnSpc>
                        <a:buNone/>
                      </a:pP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클릭 시 대화 창 팝업</a:t>
                      </a: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(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슬라이드 </a:t>
                      </a: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12 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참고</a:t>
                      </a: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)</a:t>
                      </a:r>
                    </a:p>
                  </a:txBody>
                  <a:tcPr marL="34641" marR="34641" marT="17316" marB="1731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827526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DF844D1-FDC7-DF16-6F8A-59AF44C1D3AE}"/>
              </a:ext>
            </a:extLst>
          </p:cNvPr>
          <p:cNvSpPr/>
          <p:nvPr/>
        </p:nvSpPr>
        <p:spPr>
          <a:xfrm>
            <a:off x="1108005" y="2805411"/>
            <a:ext cx="2822106" cy="3244918"/>
          </a:xfrm>
          <a:prstGeom prst="roundRect">
            <a:avLst>
              <a:gd name="adj" fmla="val 42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6F0E8269-3D40-923D-08A9-F4B5E83CE7D8}"/>
              </a:ext>
            </a:extLst>
          </p:cNvPr>
          <p:cNvSpPr txBox="1"/>
          <p:nvPr/>
        </p:nvSpPr>
        <p:spPr>
          <a:xfrm>
            <a:off x="1802383" y="4702062"/>
            <a:ext cx="1679267" cy="3787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Alan Turing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29FCCD0-0371-C3AD-9ACD-5217AC9A760E}"/>
              </a:ext>
            </a:extLst>
          </p:cNvPr>
          <p:cNvSpPr/>
          <p:nvPr/>
        </p:nvSpPr>
        <p:spPr>
          <a:xfrm>
            <a:off x="1354002" y="5368804"/>
            <a:ext cx="2461745" cy="320880"/>
          </a:xfrm>
          <a:prstGeom prst="roundRect">
            <a:avLst/>
          </a:prstGeom>
          <a:solidFill>
            <a:schemeClr val="bg1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?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54C6EE4-DB63-A071-1BF2-3A0D68716387}"/>
              </a:ext>
            </a:extLst>
          </p:cNvPr>
          <p:cNvSpPr/>
          <p:nvPr/>
        </p:nvSpPr>
        <p:spPr>
          <a:xfrm>
            <a:off x="4443268" y="4078588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F0502020204030204"/>
                <a:cs typeface="+mn-lt"/>
              </a:rPr>
              <a:t>a creative painter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23E3AA1-E725-EDFE-8A30-D37184E71A33}"/>
              </a:ext>
            </a:extLst>
          </p:cNvPr>
          <p:cNvSpPr/>
          <p:nvPr/>
        </p:nvSpPr>
        <p:spPr>
          <a:xfrm>
            <a:off x="4443268" y="5296407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popular baseball player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EF5F906-FC95-AD41-BA52-0B745A9AD61F}"/>
              </a:ext>
            </a:extLst>
          </p:cNvPr>
          <p:cNvSpPr/>
          <p:nvPr/>
        </p:nvSpPr>
        <p:spPr>
          <a:xfrm>
            <a:off x="4443268" y="4688734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famous animal scientist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3D122C23-1395-64E1-D4D7-EE2A92D583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56" t="4502" r="13261" b="12442"/>
          <a:stretch/>
        </p:blipFill>
        <p:spPr>
          <a:xfrm rot="16200000">
            <a:off x="5804016" y="2872760"/>
            <a:ext cx="274276" cy="500804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F7BDD533-6564-4CA2-2E41-C5F40296DD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56" t="4502" r="13261" b="12442"/>
          <a:stretch/>
        </p:blipFill>
        <p:spPr>
          <a:xfrm rot="5400000">
            <a:off x="5801815" y="5813790"/>
            <a:ext cx="274276" cy="500804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sp>
        <p:nvSpPr>
          <p:cNvPr id="34" name="타원 33">
            <a:extLst>
              <a:ext uri="{FF2B5EF4-FFF2-40B4-BE49-F238E27FC236}">
                <a16:creationId xmlns:a16="http://schemas.microsoft.com/office/drawing/2014/main" id="{C6BAFF22-2F92-7E26-F775-391EE5D88908}"/>
              </a:ext>
            </a:extLst>
          </p:cNvPr>
          <p:cNvSpPr/>
          <p:nvPr/>
        </p:nvSpPr>
        <p:spPr>
          <a:xfrm>
            <a:off x="5593146" y="4197043"/>
            <a:ext cx="696015" cy="685800"/>
          </a:xfrm>
          <a:prstGeom prst="ellipse">
            <a:avLst/>
          </a:prstGeom>
          <a:noFill/>
          <a:ln w="161925">
            <a:solidFill>
              <a:srgbClr val="00B0F0">
                <a:alpha val="6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모서리가 둥근 직사각형 149">
            <a:extLst>
              <a:ext uri="{FF2B5EF4-FFF2-40B4-BE49-F238E27FC236}">
                <a16:creationId xmlns:a16="http://schemas.microsoft.com/office/drawing/2014/main" id="{76188531-8062-D5C4-8206-24E104A9FD55}"/>
              </a:ext>
            </a:extLst>
          </p:cNvPr>
          <p:cNvSpPr/>
          <p:nvPr/>
        </p:nvSpPr>
        <p:spPr>
          <a:xfrm>
            <a:off x="4441723" y="3450482"/>
            <a:ext cx="2890470" cy="43514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a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computer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scientist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pic>
        <p:nvPicPr>
          <p:cNvPr id="55" name="그림 54" descr="인간의 얼굴, 사람, 의류, 턱이(가) 표시된 사진&#10;&#10;자동 생성된 설명">
            <a:extLst>
              <a:ext uri="{FF2B5EF4-FFF2-40B4-BE49-F238E27FC236}">
                <a16:creationId xmlns:a16="http://schemas.microsoft.com/office/drawing/2014/main" id="{43FF9BD8-52D6-1A45-2BB5-B40CA4CAB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725" y="3054925"/>
            <a:ext cx="1638300" cy="161925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97568683-B116-C6BE-430B-6B838BF8FF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3509" y="2871023"/>
            <a:ext cx="409575" cy="476250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76A6C153-311B-D0DC-A096-1056824E0F96}"/>
              </a:ext>
            </a:extLst>
          </p:cNvPr>
          <p:cNvGrpSpPr/>
          <p:nvPr/>
        </p:nvGrpSpPr>
        <p:grpSpPr>
          <a:xfrm>
            <a:off x="448225" y="2255992"/>
            <a:ext cx="647247" cy="364801"/>
            <a:chOff x="448225" y="2255992"/>
            <a:chExt cx="647247" cy="364801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B0C22709-6629-CF1C-29E0-D07C9B2DCD6A}"/>
                </a:ext>
              </a:extLst>
            </p:cNvPr>
            <p:cNvSpPr/>
            <p:nvPr/>
          </p:nvSpPr>
          <p:spPr>
            <a:xfrm>
              <a:off x="573479" y="2255992"/>
              <a:ext cx="431436" cy="35855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2060"/>
                </a:solidFill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5BF4236-1176-BD32-E495-65BC5BF40203}"/>
                </a:ext>
              </a:extLst>
            </p:cNvPr>
            <p:cNvSpPr/>
            <p:nvPr/>
          </p:nvSpPr>
          <p:spPr>
            <a:xfrm>
              <a:off x="448225" y="2262240"/>
              <a:ext cx="647247" cy="35855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rgbClr val="002060"/>
                  </a:solidFill>
                </a:rPr>
                <a:t> 3</a:t>
              </a:r>
              <a:r>
                <a:rPr lang="ko-KR" altLang="en-US" sz="1200">
                  <a:solidFill>
                    <a:srgbClr val="002060"/>
                  </a:solidFill>
                </a:rPr>
                <a:t>점 </a:t>
              </a:r>
            </a:p>
          </p:txBody>
        </p:sp>
      </p:grp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B5D5F321-6D47-3AFC-1F34-F6C68A4A12FE}"/>
              </a:ext>
            </a:extLst>
          </p:cNvPr>
          <p:cNvSpPr/>
          <p:nvPr/>
        </p:nvSpPr>
        <p:spPr>
          <a:xfrm>
            <a:off x="7696196" y="5961567"/>
            <a:ext cx="492816" cy="297584"/>
          </a:xfrm>
          <a:prstGeom prst="rightArrow">
            <a:avLst>
              <a:gd name="adj1" fmla="val 50000"/>
              <a:gd name="adj2" fmla="val 44898"/>
            </a:avLst>
          </a:prstGeom>
          <a:solidFill>
            <a:srgbClr val="8DA8EA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800" b="1" err="1">
                <a:ea typeface="맑은 고딕"/>
              </a:rPr>
              <a:t>다음</a:t>
            </a: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5C6BD8BD-74E6-F61A-2580-075017F0A3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627" y="2251325"/>
            <a:ext cx="790512" cy="309019"/>
          </a:xfrm>
          <a:prstGeom prst="rect">
            <a:avLst/>
          </a:prstGeom>
        </p:spPr>
      </p:pic>
      <p:sp>
        <p:nvSpPr>
          <p:cNvPr id="77" name="타원 76">
            <a:extLst>
              <a:ext uri="{FF2B5EF4-FFF2-40B4-BE49-F238E27FC236}">
                <a16:creationId xmlns:a16="http://schemas.microsoft.com/office/drawing/2014/main" id="{32D3D637-979C-60FA-78C5-529FC56E27C5}"/>
              </a:ext>
            </a:extLst>
          </p:cNvPr>
          <p:cNvSpPr/>
          <p:nvPr/>
        </p:nvSpPr>
        <p:spPr>
          <a:xfrm>
            <a:off x="2633718" y="2145383"/>
            <a:ext cx="278624" cy="27862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1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C2C73418-58EA-ED2B-F1F9-CA5DC593CE1F}"/>
              </a:ext>
            </a:extLst>
          </p:cNvPr>
          <p:cNvSpPr/>
          <p:nvPr/>
        </p:nvSpPr>
        <p:spPr>
          <a:xfrm>
            <a:off x="3073831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2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4B693985-013F-9ABC-9CAE-C3D963C5DFCC}"/>
              </a:ext>
            </a:extLst>
          </p:cNvPr>
          <p:cNvSpPr/>
          <p:nvPr/>
        </p:nvSpPr>
        <p:spPr>
          <a:xfrm>
            <a:off x="3513944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3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2B4F1AA-91F9-63AB-8E08-0B126B65BF54}"/>
              </a:ext>
            </a:extLst>
          </p:cNvPr>
          <p:cNvSpPr/>
          <p:nvPr/>
        </p:nvSpPr>
        <p:spPr>
          <a:xfrm>
            <a:off x="3954057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4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299DEB30-76CF-EB9A-8081-915D3B7C05F4}"/>
              </a:ext>
            </a:extLst>
          </p:cNvPr>
          <p:cNvSpPr/>
          <p:nvPr/>
        </p:nvSpPr>
        <p:spPr>
          <a:xfrm>
            <a:off x="4394170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5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5823F1D-A942-1CA6-ADF7-62C97E5F5459}"/>
              </a:ext>
            </a:extLst>
          </p:cNvPr>
          <p:cNvSpPr/>
          <p:nvPr/>
        </p:nvSpPr>
        <p:spPr>
          <a:xfrm>
            <a:off x="4834283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6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139A91F4-D72B-61CD-F0CA-A2208703D7C8}"/>
              </a:ext>
            </a:extLst>
          </p:cNvPr>
          <p:cNvSpPr/>
          <p:nvPr/>
        </p:nvSpPr>
        <p:spPr>
          <a:xfrm>
            <a:off x="5274396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7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3D20CFAF-3456-1F95-2A13-9274A7BE61EA}"/>
              </a:ext>
            </a:extLst>
          </p:cNvPr>
          <p:cNvSpPr/>
          <p:nvPr/>
        </p:nvSpPr>
        <p:spPr>
          <a:xfrm>
            <a:off x="5714512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8</a:t>
            </a:r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85" name="그림 84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D1A4CCB9-5A59-25C6-5032-D46E710E3A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9180" y="2092182"/>
            <a:ext cx="399934" cy="381002"/>
          </a:xfrm>
          <a:prstGeom prst="rect">
            <a:avLst/>
          </a:prstGeom>
          <a:ln w="12700">
            <a:noFill/>
          </a:ln>
        </p:spPr>
      </p:pic>
      <p:sp>
        <p:nvSpPr>
          <p:cNvPr id="86" name="곱하기 기호 85">
            <a:extLst>
              <a:ext uri="{FF2B5EF4-FFF2-40B4-BE49-F238E27FC236}">
                <a16:creationId xmlns:a16="http://schemas.microsoft.com/office/drawing/2014/main" id="{C7145C38-EDAA-CB3F-B138-1C39471D371D}"/>
              </a:ext>
            </a:extLst>
          </p:cNvPr>
          <p:cNvSpPr/>
          <p:nvPr/>
        </p:nvSpPr>
        <p:spPr>
          <a:xfrm>
            <a:off x="3042171" y="2055874"/>
            <a:ext cx="431436" cy="447367"/>
          </a:xfrm>
          <a:prstGeom prst="mathMultiply">
            <a:avLst>
              <a:gd name="adj1" fmla="val 13398"/>
            </a:avLst>
          </a:prstGeom>
          <a:solidFill>
            <a:srgbClr val="FF0000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6" name="그림 95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B96B9E37-D5D9-AC94-4236-2995602B94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6836" y="2092181"/>
            <a:ext cx="399934" cy="381002"/>
          </a:xfrm>
          <a:prstGeom prst="rect">
            <a:avLst/>
          </a:prstGeom>
          <a:ln w="12700">
            <a:noFill/>
          </a:ln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903FCF6D-54D8-9AA2-0358-5E75B1B63065}"/>
              </a:ext>
            </a:extLst>
          </p:cNvPr>
          <p:cNvGrpSpPr/>
          <p:nvPr/>
        </p:nvGrpSpPr>
        <p:grpSpPr>
          <a:xfrm>
            <a:off x="390685" y="2008447"/>
            <a:ext cx="492816" cy="266261"/>
            <a:chOff x="1160393" y="3273605"/>
            <a:chExt cx="492816" cy="26626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DBA2BC9-526F-FC7B-3753-D83EA2C2B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0226" y="3282691"/>
              <a:ext cx="257175" cy="257175"/>
            </a:xfrm>
            <a:prstGeom prst="rect">
              <a:avLst/>
            </a:prstGeom>
          </p:spPr>
        </p:pic>
        <p:sp>
          <p:nvSpPr>
            <p:cNvPr id="8" name="TextBox 53">
              <a:extLst>
                <a:ext uri="{FF2B5EF4-FFF2-40B4-BE49-F238E27FC236}">
                  <a16:creationId xmlns:a16="http://schemas.microsoft.com/office/drawing/2014/main" id="{9B0DA8CC-6A98-7B7C-1CC5-BE0EA47BAAE6}"/>
                </a:ext>
              </a:extLst>
            </p:cNvPr>
            <p:cNvSpPr txBox="1"/>
            <p:nvPr/>
          </p:nvSpPr>
          <p:spPr>
            <a:xfrm>
              <a:off x="1160393" y="3273605"/>
              <a:ext cx="492816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b="1">
                  <a:solidFill>
                    <a:prstClr val="black"/>
                  </a:solidFill>
                  <a:latin typeface="맑은 고딕" panose="020F0502020204030204"/>
                  <a:ea typeface="맑은 고딕"/>
                </a:rPr>
                <a:t>4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057EE8C6-F575-F9B9-3517-6076DAA67B4A}"/>
              </a:ext>
            </a:extLst>
          </p:cNvPr>
          <p:cNvGrpSpPr/>
          <p:nvPr/>
        </p:nvGrpSpPr>
        <p:grpSpPr>
          <a:xfrm>
            <a:off x="7717297" y="5695306"/>
            <a:ext cx="492816" cy="266261"/>
            <a:chOff x="1160393" y="3273605"/>
            <a:chExt cx="492816" cy="26626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8ED8F89-7936-BECD-4A17-6CFBDB7B2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0226" y="3282691"/>
              <a:ext cx="257175" cy="257175"/>
            </a:xfrm>
            <a:prstGeom prst="rect">
              <a:avLst/>
            </a:prstGeom>
          </p:spPr>
        </p:pic>
        <p:sp>
          <p:nvSpPr>
            <p:cNvPr id="14" name="TextBox 53">
              <a:extLst>
                <a:ext uri="{FF2B5EF4-FFF2-40B4-BE49-F238E27FC236}">
                  <a16:creationId xmlns:a16="http://schemas.microsoft.com/office/drawing/2014/main" id="{CD5F847B-CB17-4228-A0E1-FCA78E5DA0BC}"/>
                </a:ext>
              </a:extLst>
            </p:cNvPr>
            <p:cNvSpPr txBox="1"/>
            <p:nvPr/>
          </p:nvSpPr>
          <p:spPr>
            <a:xfrm>
              <a:off x="1160393" y="3273605"/>
              <a:ext cx="492816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5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847255E-8AAE-2081-7CDC-92E44C2B0CFF}"/>
              </a:ext>
            </a:extLst>
          </p:cNvPr>
          <p:cNvGrpSpPr/>
          <p:nvPr/>
        </p:nvGrpSpPr>
        <p:grpSpPr>
          <a:xfrm>
            <a:off x="7340817" y="2027242"/>
            <a:ext cx="492816" cy="266261"/>
            <a:chOff x="1160393" y="3273605"/>
            <a:chExt cx="492816" cy="26626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B60FFA1-B8A4-22AB-741F-FF142D0DF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0226" y="3282691"/>
              <a:ext cx="257175" cy="257175"/>
            </a:xfrm>
            <a:prstGeom prst="rect">
              <a:avLst/>
            </a:prstGeom>
          </p:spPr>
        </p:pic>
        <p:sp>
          <p:nvSpPr>
            <p:cNvPr id="17" name="TextBox 53">
              <a:extLst>
                <a:ext uri="{FF2B5EF4-FFF2-40B4-BE49-F238E27FC236}">
                  <a16:creationId xmlns:a16="http://schemas.microsoft.com/office/drawing/2014/main" id="{7A727B64-3F43-ECF3-11A2-01080A4EB768}"/>
                </a:ext>
              </a:extLst>
            </p:cNvPr>
            <p:cNvSpPr txBox="1"/>
            <p:nvPr/>
          </p:nvSpPr>
          <p:spPr>
            <a:xfrm>
              <a:off x="1160393" y="3273605"/>
              <a:ext cx="492816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b="1">
                  <a:solidFill>
                    <a:prstClr val="black"/>
                  </a:solidFill>
                  <a:latin typeface="맑은 고딕" panose="020F0502020204030204"/>
                  <a:ea typeface="맑은 고딕"/>
                </a:rPr>
                <a:t>6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6" name="TextBox 53">
            <a:extLst>
              <a:ext uri="{FF2B5EF4-FFF2-40B4-BE49-F238E27FC236}">
                <a16:creationId xmlns:a16="http://schemas.microsoft.com/office/drawing/2014/main" id="{72953BB5-0B91-D413-17A4-31CDCE324C54}"/>
              </a:ext>
            </a:extLst>
          </p:cNvPr>
          <p:cNvSpPr txBox="1"/>
          <p:nvPr/>
        </p:nvSpPr>
        <p:spPr>
          <a:xfrm>
            <a:off x="5954363" y="4468402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2-2</a:t>
            </a:r>
          </a:p>
        </p:txBody>
      </p:sp>
    </p:spTree>
    <p:extLst>
      <p:ext uri="{BB962C8B-B14F-4D97-AF65-F5344CB8AC3E}">
        <p14:creationId xmlns:p14="http://schemas.microsoft.com/office/powerpoint/2010/main" val="281483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4D926-6196-11E4-11FE-8DC90716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2">
            <a:extLst>
              <a:ext uri="{FF2B5EF4-FFF2-40B4-BE49-F238E27FC236}">
                <a16:creationId xmlns:a16="http://schemas.microsoft.com/office/drawing/2014/main" id="{AB0E795B-B66C-10EF-BEA2-1225C7F5D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게임하기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1FC07F-4430-8F24-4227-A44A3AE508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EB7846BA-3268-DFFB-E405-65DEE70D07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36000" tIns="45720" rIns="36000" bIns="45720" anchor="t"/>
          <a:lstStyle/>
          <a:p>
            <a:r>
              <a:rPr lang="ko-KR" altLang="en-US">
                <a:ea typeface="맑은 고딕"/>
              </a:rPr>
              <a:t>신규 콘텐츠</a:t>
            </a:r>
            <a:endParaRPr lang="ko-KR" altLang="en-US"/>
          </a:p>
        </p:txBody>
      </p:sp>
      <p:graphicFrame>
        <p:nvGraphicFramePr>
          <p:cNvPr id="3" name="Group 57">
            <a:extLst>
              <a:ext uri="{FF2B5EF4-FFF2-40B4-BE49-F238E27FC236}">
                <a16:creationId xmlns:a16="http://schemas.microsoft.com/office/drawing/2014/main" id="{739286E8-B647-1DAE-7898-615927A11D7C}"/>
              </a:ext>
            </a:extLst>
          </p:cNvPr>
          <p:cNvGraphicFramePr>
            <a:graphicFrameLocks/>
          </p:cNvGraphicFramePr>
          <p:nvPr/>
        </p:nvGraphicFramePr>
        <p:xfrm>
          <a:off x="8456083" y="1068917"/>
          <a:ext cx="3618956" cy="206508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21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7734">
                  <a:extLst>
                    <a:ext uri="{9D8B030D-6E8A-4147-A177-3AD203B41FA5}">
                      <a16:colId xmlns:a16="http://schemas.microsoft.com/office/drawing/2014/main" val="1534598412"/>
                    </a:ext>
                  </a:extLst>
                </a:gridCol>
              </a:tblGrid>
              <a:tr h="9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No</a:t>
                      </a: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UI Description</a:t>
                      </a:r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</a:endParaRP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511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1</a:t>
                      </a:r>
                    </a:p>
                  </a:txBody>
                  <a:tcPr marL="0" marR="0" marT="33397" marB="333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 rtl="0">
                        <a:lnSpc>
                          <a:spcPts val="1251"/>
                        </a:lnSpc>
                        <a:buNone/>
                      </a:pP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[</a:t>
                      </a:r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선택지</a:t>
                      </a:r>
                      <a:r>
                        <a:rPr lang="en-US" altLang="ko-KR" sz="900" b="1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]</a:t>
                      </a:r>
                    </a:p>
                    <a:p>
                      <a:pPr marL="84138" lvl="0" indent="-84138" algn="l" rtl="0">
                        <a:lnSpc>
                          <a:spcPts val="1251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정답 선택지 표시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ea typeface="Malgun Gothic"/>
                      </a:endParaRPr>
                    </a:p>
                    <a:p>
                      <a:pPr marL="84138" lvl="0" indent="-84138" algn="l" rtl="0">
                        <a:lnSpc>
                          <a:spcPts val="1251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학습자가 선택한 오답 선택지</a:t>
                      </a:r>
                      <a:b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</a:b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학습자가 선택하였으나 틀린 보기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dim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처리함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ea typeface="Malgun Gothic"/>
                      </a:endParaRPr>
                    </a:p>
                    <a:p>
                      <a:pPr marL="0" lvl="0" indent="0" algn="l" rtl="0">
                        <a:lnSpc>
                          <a:spcPts val="1251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ea typeface="Malgun Gothic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[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전체 유형 공통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]</a:t>
                      </a:r>
                      <a:b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</a:b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선택 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마우스 오버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선택 후 정답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선택 후 오답 디자인 </a:t>
                      </a:r>
                      <a:b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</a:b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ea typeface="Malgun Gothic"/>
                        </a:rPr>
                        <a:t>구분하여 디자인</a:t>
                      </a:r>
                      <a:endParaRPr lang="ko-KR" altLang="en-US" sz="900" b="1" i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4642" marR="34642" marT="17316" marB="1731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33784"/>
                  </a:ext>
                </a:extLst>
              </a:tr>
              <a:tr h="328800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7" marB="333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ts val="125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34642" marR="34642" marT="17316" marB="1731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95548"/>
                  </a:ext>
                </a:extLst>
              </a:tr>
              <a:tr h="239323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6" marB="3339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355" marR="0" lvl="0" indent="-173355" algn="l">
                        <a:lnSpc>
                          <a:spcPts val="1300"/>
                        </a:lnSpc>
                        <a:buNone/>
                      </a:pP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</a:txBody>
                  <a:tcPr marL="34641" marR="34641" marT="17316" marB="17316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827526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2FAB89B-46D3-DA99-7AE8-03C9405FBE89}"/>
              </a:ext>
            </a:extLst>
          </p:cNvPr>
          <p:cNvSpPr/>
          <p:nvPr/>
        </p:nvSpPr>
        <p:spPr>
          <a:xfrm>
            <a:off x="1108005" y="2805411"/>
            <a:ext cx="2822106" cy="3244918"/>
          </a:xfrm>
          <a:prstGeom prst="roundRect">
            <a:avLst>
              <a:gd name="adj" fmla="val 42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F7A4B798-A8BF-89E1-FA45-5859365C7CB1}"/>
              </a:ext>
            </a:extLst>
          </p:cNvPr>
          <p:cNvSpPr txBox="1"/>
          <p:nvPr/>
        </p:nvSpPr>
        <p:spPr>
          <a:xfrm>
            <a:off x="1802383" y="4702062"/>
            <a:ext cx="1679267" cy="3787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Alan Turing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441EA6C-534F-7578-2AE4-9A6610F3B2FE}"/>
              </a:ext>
            </a:extLst>
          </p:cNvPr>
          <p:cNvSpPr/>
          <p:nvPr/>
        </p:nvSpPr>
        <p:spPr>
          <a:xfrm>
            <a:off x="1354002" y="5368804"/>
            <a:ext cx="2461745" cy="320880"/>
          </a:xfrm>
          <a:prstGeom prst="roundRect">
            <a:avLst/>
          </a:prstGeom>
          <a:solidFill>
            <a:schemeClr val="bg1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600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a computer scientist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39F9FF9-8CD1-5AE0-FE04-5D8BF3DBD074}"/>
              </a:ext>
            </a:extLst>
          </p:cNvPr>
          <p:cNvSpPr/>
          <p:nvPr/>
        </p:nvSpPr>
        <p:spPr>
          <a:xfrm>
            <a:off x="4443268" y="4078588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F0502020204030204"/>
                <a:cs typeface="+mn-lt"/>
              </a:rPr>
              <a:t>a creative painter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3A1E870-EA8F-9F81-6256-4A2A1624D0CC}"/>
              </a:ext>
            </a:extLst>
          </p:cNvPr>
          <p:cNvSpPr/>
          <p:nvPr/>
        </p:nvSpPr>
        <p:spPr>
          <a:xfrm>
            <a:off x="4443268" y="5296407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popular baseball player</a:t>
            </a:r>
            <a:endParaRPr kumimoji="0" lang="ko-KR" altLang="en-US" sz="18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BDDF150-47FB-2669-CA55-FB46B6CCA0FC}"/>
              </a:ext>
            </a:extLst>
          </p:cNvPr>
          <p:cNvSpPr/>
          <p:nvPr/>
        </p:nvSpPr>
        <p:spPr>
          <a:xfrm>
            <a:off x="4443268" y="4688734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famous animal scientist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1660FABF-C69C-5127-099F-F69B41136E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56" t="4502" r="13261" b="12442"/>
          <a:stretch/>
        </p:blipFill>
        <p:spPr>
          <a:xfrm rot="16200000">
            <a:off x="5804016" y="2872760"/>
            <a:ext cx="274276" cy="500804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8C5B92FB-7C7D-4574-15EC-298C656421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56" t="4502" r="13261" b="12442"/>
          <a:stretch/>
        </p:blipFill>
        <p:spPr>
          <a:xfrm rot="5400000">
            <a:off x="5801815" y="5813790"/>
            <a:ext cx="274276" cy="500804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sp>
        <p:nvSpPr>
          <p:cNvPr id="34" name="타원 33">
            <a:extLst>
              <a:ext uri="{FF2B5EF4-FFF2-40B4-BE49-F238E27FC236}">
                <a16:creationId xmlns:a16="http://schemas.microsoft.com/office/drawing/2014/main" id="{BF27A9A1-820A-7223-04D9-58BC95089974}"/>
              </a:ext>
            </a:extLst>
          </p:cNvPr>
          <p:cNvSpPr/>
          <p:nvPr/>
        </p:nvSpPr>
        <p:spPr>
          <a:xfrm>
            <a:off x="5593146" y="4197043"/>
            <a:ext cx="696015" cy="685800"/>
          </a:xfrm>
          <a:prstGeom prst="ellipse">
            <a:avLst/>
          </a:prstGeom>
          <a:noFill/>
          <a:ln w="161925">
            <a:solidFill>
              <a:srgbClr val="00B0F0">
                <a:alpha val="6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모서리가 둥근 직사각형 149">
            <a:extLst>
              <a:ext uri="{FF2B5EF4-FFF2-40B4-BE49-F238E27FC236}">
                <a16:creationId xmlns:a16="http://schemas.microsoft.com/office/drawing/2014/main" id="{E17BACE9-0553-0B5D-7185-BDFF2B70EFFD}"/>
              </a:ext>
            </a:extLst>
          </p:cNvPr>
          <p:cNvSpPr/>
          <p:nvPr/>
        </p:nvSpPr>
        <p:spPr>
          <a:xfrm>
            <a:off x="4441723" y="3450482"/>
            <a:ext cx="2890470" cy="4351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err="1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a</a:t>
            </a:r>
            <a:r>
              <a:rPr lang="ko-KR" altLang="en-US" sz="1200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 </a:t>
            </a:r>
            <a:r>
              <a:rPr lang="ko-KR" altLang="en-US" sz="1200" err="1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computer</a:t>
            </a:r>
            <a:r>
              <a:rPr lang="ko-KR" altLang="en-US" sz="1200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 </a:t>
            </a:r>
            <a:r>
              <a:rPr lang="ko-KR" altLang="en-US" sz="1200" err="1">
                <a:solidFill>
                  <a:prstClr val="black"/>
                </a:solidFill>
                <a:latin typeface="맑은 고딕" panose="020F0502020204030204"/>
                <a:ea typeface="맑은 고딕"/>
              </a:rPr>
              <a:t>scientist</a:t>
            </a:r>
            <a:endParaRPr lang="ko-KR" altLang="en-US" sz="1200">
              <a:solidFill>
                <a:prstClr val="black"/>
              </a:solidFill>
              <a:latin typeface="맑은 고딕" panose="020F0502020204030204"/>
              <a:ea typeface="맑은 고딕"/>
            </a:endParaRPr>
          </a:p>
        </p:txBody>
      </p:sp>
      <p:pic>
        <p:nvPicPr>
          <p:cNvPr id="55" name="그림 54" descr="인간의 얼굴, 사람, 의류, 턱이(가) 표시된 사진&#10;&#10;자동 생성된 설명">
            <a:extLst>
              <a:ext uri="{FF2B5EF4-FFF2-40B4-BE49-F238E27FC236}">
                <a16:creationId xmlns:a16="http://schemas.microsoft.com/office/drawing/2014/main" id="{4ACD8B48-AB2C-9581-6950-B287E5594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725" y="3054925"/>
            <a:ext cx="1638300" cy="161925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425A1F8-31C8-8186-5963-981E04D8F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3509" y="2871023"/>
            <a:ext cx="409575" cy="476250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A3218E-53C0-0AA8-9D48-99EDEAEE996B}"/>
              </a:ext>
            </a:extLst>
          </p:cNvPr>
          <p:cNvGrpSpPr/>
          <p:nvPr/>
        </p:nvGrpSpPr>
        <p:grpSpPr>
          <a:xfrm>
            <a:off x="448225" y="2255992"/>
            <a:ext cx="647247" cy="364801"/>
            <a:chOff x="448225" y="2255992"/>
            <a:chExt cx="647247" cy="364801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338A9D1E-63FC-2D06-504A-610E1EE29E56}"/>
                </a:ext>
              </a:extLst>
            </p:cNvPr>
            <p:cNvSpPr/>
            <p:nvPr/>
          </p:nvSpPr>
          <p:spPr>
            <a:xfrm>
              <a:off x="573479" y="2255992"/>
              <a:ext cx="431436" cy="35855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2060"/>
                </a:solidFill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181F44A7-55ED-985B-C3EB-F55BAF5EFD21}"/>
                </a:ext>
              </a:extLst>
            </p:cNvPr>
            <p:cNvSpPr/>
            <p:nvPr/>
          </p:nvSpPr>
          <p:spPr>
            <a:xfrm>
              <a:off x="448225" y="2262240"/>
              <a:ext cx="647247" cy="35855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rgbClr val="002060"/>
                  </a:solidFill>
                </a:rPr>
                <a:t> 3</a:t>
              </a:r>
              <a:r>
                <a:rPr lang="ko-KR" altLang="en-US" sz="1200">
                  <a:solidFill>
                    <a:srgbClr val="002060"/>
                  </a:solidFill>
                </a:rPr>
                <a:t>점 </a:t>
              </a:r>
            </a:p>
          </p:txBody>
        </p:sp>
      </p:grp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7203447F-81D9-1870-8B91-F1ED9A2F91ED}"/>
              </a:ext>
            </a:extLst>
          </p:cNvPr>
          <p:cNvSpPr/>
          <p:nvPr/>
        </p:nvSpPr>
        <p:spPr>
          <a:xfrm>
            <a:off x="7696196" y="5961567"/>
            <a:ext cx="492816" cy="297584"/>
          </a:xfrm>
          <a:prstGeom prst="rightArrow">
            <a:avLst>
              <a:gd name="adj1" fmla="val 50000"/>
              <a:gd name="adj2" fmla="val 44898"/>
            </a:avLst>
          </a:prstGeom>
          <a:solidFill>
            <a:srgbClr val="8DA8EA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800" b="1" err="1">
                <a:ea typeface="맑은 고딕"/>
              </a:rPr>
              <a:t>다음</a:t>
            </a: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AFBC15B7-4539-6FDC-1298-142B728B5D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627" y="2251325"/>
            <a:ext cx="790512" cy="309019"/>
          </a:xfrm>
          <a:prstGeom prst="rect">
            <a:avLst/>
          </a:prstGeom>
        </p:spPr>
      </p:pic>
      <p:sp>
        <p:nvSpPr>
          <p:cNvPr id="77" name="타원 76">
            <a:extLst>
              <a:ext uri="{FF2B5EF4-FFF2-40B4-BE49-F238E27FC236}">
                <a16:creationId xmlns:a16="http://schemas.microsoft.com/office/drawing/2014/main" id="{6EE25CA7-0816-E1DF-39CE-FA10D61D8F58}"/>
              </a:ext>
            </a:extLst>
          </p:cNvPr>
          <p:cNvSpPr/>
          <p:nvPr/>
        </p:nvSpPr>
        <p:spPr>
          <a:xfrm>
            <a:off x="2633718" y="2145383"/>
            <a:ext cx="278624" cy="27862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1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A1691EDF-877D-3FC0-D94B-07919130589C}"/>
              </a:ext>
            </a:extLst>
          </p:cNvPr>
          <p:cNvSpPr/>
          <p:nvPr/>
        </p:nvSpPr>
        <p:spPr>
          <a:xfrm>
            <a:off x="3073831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2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57130B3B-505E-6CC8-0D9B-BEBA13F771C1}"/>
              </a:ext>
            </a:extLst>
          </p:cNvPr>
          <p:cNvSpPr/>
          <p:nvPr/>
        </p:nvSpPr>
        <p:spPr>
          <a:xfrm>
            <a:off x="3513944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3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2C0B7354-C7AA-B280-C5BC-5905E96DC34F}"/>
              </a:ext>
            </a:extLst>
          </p:cNvPr>
          <p:cNvSpPr/>
          <p:nvPr/>
        </p:nvSpPr>
        <p:spPr>
          <a:xfrm>
            <a:off x="3954057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4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760E1E0D-E83C-10F4-E534-EAA264B12DE7}"/>
              </a:ext>
            </a:extLst>
          </p:cNvPr>
          <p:cNvSpPr/>
          <p:nvPr/>
        </p:nvSpPr>
        <p:spPr>
          <a:xfrm>
            <a:off x="4394170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5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61EEA3C-2DEE-50F9-108B-F9F78FAD9486}"/>
              </a:ext>
            </a:extLst>
          </p:cNvPr>
          <p:cNvSpPr/>
          <p:nvPr/>
        </p:nvSpPr>
        <p:spPr>
          <a:xfrm>
            <a:off x="4834283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6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B28C76EB-D7CD-94D8-3777-D3CE5B187D83}"/>
              </a:ext>
            </a:extLst>
          </p:cNvPr>
          <p:cNvSpPr/>
          <p:nvPr/>
        </p:nvSpPr>
        <p:spPr>
          <a:xfrm>
            <a:off x="5274396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7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4DC3B9B6-DE17-9C67-E06C-516FF775F709}"/>
              </a:ext>
            </a:extLst>
          </p:cNvPr>
          <p:cNvSpPr/>
          <p:nvPr/>
        </p:nvSpPr>
        <p:spPr>
          <a:xfrm>
            <a:off x="5714512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8</a:t>
            </a:r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85" name="그림 84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F07247D4-C315-8543-304C-BD99909E2B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9180" y="2092182"/>
            <a:ext cx="399934" cy="381002"/>
          </a:xfrm>
          <a:prstGeom prst="rect">
            <a:avLst/>
          </a:prstGeom>
          <a:ln w="12700">
            <a:noFill/>
          </a:ln>
        </p:spPr>
      </p:pic>
      <p:sp>
        <p:nvSpPr>
          <p:cNvPr id="86" name="곱하기 기호 85">
            <a:extLst>
              <a:ext uri="{FF2B5EF4-FFF2-40B4-BE49-F238E27FC236}">
                <a16:creationId xmlns:a16="http://schemas.microsoft.com/office/drawing/2014/main" id="{4F4F3694-8834-298E-BBA7-5B7D38DB84D7}"/>
              </a:ext>
            </a:extLst>
          </p:cNvPr>
          <p:cNvSpPr/>
          <p:nvPr/>
        </p:nvSpPr>
        <p:spPr>
          <a:xfrm>
            <a:off x="3042171" y="2055874"/>
            <a:ext cx="431436" cy="447367"/>
          </a:xfrm>
          <a:prstGeom prst="mathMultiply">
            <a:avLst>
              <a:gd name="adj1" fmla="val 13398"/>
            </a:avLst>
          </a:prstGeom>
          <a:solidFill>
            <a:srgbClr val="FF0000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6" name="그림 95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9978BF4C-B078-D63A-9B6D-7EA2ADFDDE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6836" y="2092181"/>
            <a:ext cx="399934" cy="381002"/>
          </a:xfrm>
          <a:prstGeom prst="rect">
            <a:avLst/>
          </a:prstGeom>
          <a:ln w="12700">
            <a:noFill/>
          </a:ln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332BB23-735C-9B14-BCD3-D32A8B9FB083}"/>
              </a:ext>
            </a:extLst>
          </p:cNvPr>
          <p:cNvSpPr/>
          <p:nvPr/>
        </p:nvSpPr>
        <p:spPr>
          <a:xfrm>
            <a:off x="4394169" y="5304354"/>
            <a:ext cx="2981457" cy="365103"/>
          </a:xfrm>
          <a:prstGeom prst="round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3A27EC3-1B31-CBF2-4505-96476DF9FD32}"/>
              </a:ext>
            </a:extLst>
          </p:cNvPr>
          <p:cNvGrpSpPr/>
          <p:nvPr/>
        </p:nvGrpSpPr>
        <p:grpSpPr>
          <a:xfrm>
            <a:off x="7097070" y="2546423"/>
            <a:ext cx="492816" cy="266261"/>
            <a:chOff x="1160393" y="3273605"/>
            <a:chExt cx="492816" cy="266261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02614B34-E4CB-15BF-A408-20D9A99D5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0226" y="3282691"/>
              <a:ext cx="257175" cy="257175"/>
            </a:xfrm>
            <a:prstGeom prst="rect">
              <a:avLst/>
            </a:prstGeom>
          </p:spPr>
        </p:pic>
        <p:sp>
          <p:nvSpPr>
            <p:cNvPr id="22" name="TextBox 53">
              <a:extLst>
                <a:ext uri="{FF2B5EF4-FFF2-40B4-BE49-F238E27FC236}">
                  <a16:creationId xmlns:a16="http://schemas.microsoft.com/office/drawing/2014/main" id="{29938D42-F896-9137-04F6-3B3EFBD450C2}"/>
                </a:ext>
              </a:extLst>
            </p:cNvPr>
            <p:cNvSpPr txBox="1"/>
            <p:nvPr/>
          </p:nvSpPr>
          <p:spPr>
            <a:xfrm>
              <a:off x="1160393" y="3273605"/>
              <a:ext cx="492816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1</a:t>
              </a: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B3B5B8-D6A9-5A51-7EC5-7643F917EAA0}"/>
              </a:ext>
            </a:extLst>
          </p:cNvPr>
          <p:cNvSpPr/>
          <p:nvPr/>
        </p:nvSpPr>
        <p:spPr>
          <a:xfrm>
            <a:off x="4320362" y="2807436"/>
            <a:ext cx="3164138" cy="34866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53">
            <a:extLst>
              <a:ext uri="{FF2B5EF4-FFF2-40B4-BE49-F238E27FC236}">
                <a16:creationId xmlns:a16="http://schemas.microsoft.com/office/drawing/2014/main" id="{CF0938F0-6E8E-FF03-3E64-DBC23C7B0577}"/>
              </a:ext>
            </a:extLst>
          </p:cNvPr>
          <p:cNvSpPr txBox="1"/>
          <p:nvPr/>
        </p:nvSpPr>
        <p:spPr>
          <a:xfrm>
            <a:off x="6763629" y="3319976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1-1</a:t>
            </a:r>
          </a:p>
        </p:txBody>
      </p:sp>
      <p:sp>
        <p:nvSpPr>
          <p:cNvPr id="25" name="TextBox 53">
            <a:extLst>
              <a:ext uri="{FF2B5EF4-FFF2-40B4-BE49-F238E27FC236}">
                <a16:creationId xmlns:a16="http://schemas.microsoft.com/office/drawing/2014/main" id="{607EABF5-B2EB-8A4E-CCAA-D9EE090849A6}"/>
              </a:ext>
            </a:extLst>
          </p:cNvPr>
          <p:cNvSpPr txBox="1"/>
          <p:nvPr/>
        </p:nvSpPr>
        <p:spPr>
          <a:xfrm>
            <a:off x="6771678" y="5523792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3718424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2FF5-74C6-3627-F86F-29C1AA33E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2">
            <a:extLst>
              <a:ext uri="{FF2B5EF4-FFF2-40B4-BE49-F238E27FC236}">
                <a16:creationId xmlns:a16="http://schemas.microsoft.com/office/drawing/2014/main" id="{0B5D20E7-C9DE-7984-403D-EA8BED35B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게임하기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2ED347-D8BA-38C7-4D82-4135C50323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3DFA9D12-029B-BECB-1EE9-E8F0071536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36000" tIns="45720" rIns="36000" bIns="45720" anchor="t"/>
          <a:lstStyle/>
          <a:p>
            <a:r>
              <a:rPr lang="ko-KR" altLang="en-US">
                <a:ea typeface="맑은 고딕"/>
              </a:rPr>
              <a:t>신규 콘텐츠</a:t>
            </a:r>
            <a:endParaRPr lang="ko-KR" altLang="en-US"/>
          </a:p>
        </p:txBody>
      </p:sp>
      <p:graphicFrame>
        <p:nvGraphicFramePr>
          <p:cNvPr id="3" name="Group 57">
            <a:extLst>
              <a:ext uri="{FF2B5EF4-FFF2-40B4-BE49-F238E27FC236}">
                <a16:creationId xmlns:a16="http://schemas.microsoft.com/office/drawing/2014/main" id="{B9529C84-E3C8-8DC2-2B2C-8E72855EC4AE}"/>
              </a:ext>
            </a:extLst>
          </p:cNvPr>
          <p:cNvGraphicFramePr>
            <a:graphicFrameLocks/>
          </p:cNvGraphicFramePr>
          <p:nvPr/>
        </p:nvGraphicFramePr>
        <p:xfrm>
          <a:off x="8456083" y="1068917"/>
          <a:ext cx="3618956" cy="15711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21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7734">
                  <a:extLst>
                    <a:ext uri="{9D8B030D-6E8A-4147-A177-3AD203B41FA5}">
                      <a16:colId xmlns:a16="http://schemas.microsoft.com/office/drawing/2014/main" val="1534598412"/>
                    </a:ext>
                  </a:extLst>
                </a:gridCol>
              </a:tblGrid>
              <a:tr h="9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No</a:t>
                      </a: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UI Description</a:t>
                      </a:r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</a:endParaRP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511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1</a:t>
                      </a: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ts val="1300"/>
                        </a:lnSpc>
                        <a:buNone/>
                      </a:pPr>
                      <a:r>
                        <a:rPr lang="ko-KR" altLang="en-US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힌트 화면</a:t>
                      </a:r>
                      <a:endParaRPr lang="ko-KR" sz="900" b="1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카드가 뒤집어진 화면(한글 설명) </a:t>
                      </a: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(1-1) 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버튼 활성</a:t>
                      </a:r>
                      <a:b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</a:b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재 클릭 시 다시 카드 뒤집어지며 앞면으로 돌아감</a:t>
                      </a:r>
                    </a:p>
                    <a:p>
                      <a:pPr marL="84138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다음 슬라이드 참고</a:t>
                      </a: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 </a:t>
                      </a:r>
                    </a:p>
                  </a:txBody>
                  <a:tcPr marL="36000" marR="36000" marT="18000" marB="1800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33784"/>
                  </a:ext>
                </a:extLst>
              </a:tr>
              <a:tr h="3288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</a:txBody>
                  <a:tcPr marL="36000" marR="36000" marT="18000" marB="1800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95548"/>
                  </a:ext>
                </a:extLst>
              </a:tr>
              <a:tr h="239323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7" marB="333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827526"/>
                  </a:ext>
                </a:extLst>
              </a:tr>
            </a:tbl>
          </a:graphicData>
        </a:graphic>
      </p:graphicFrame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CECB20E-C913-3310-0043-6808F8397E16}"/>
              </a:ext>
            </a:extLst>
          </p:cNvPr>
          <p:cNvSpPr/>
          <p:nvPr/>
        </p:nvSpPr>
        <p:spPr>
          <a:xfrm>
            <a:off x="1108005" y="2805411"/>
            <a:ext cx="2822106" cy="3244918"/>
          </a:xfrm>
          <a:prstGeom prst="roundRect">
            <a:avLst>
              <a:gd name="adj" fmla="val 427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F9BB6BF-3C20-5428-61AD-8453270FC9A3}"/>
              </a:ext>
            </a:extLst>
          </p:cNvPr>
          <p:cNvSpPr/>
          <p:nvPr/>
        </p:nvSpPr>
        <p:spPr>
          <a:xfrm>
            <a:off x="4443268" y="4078588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F0502020204030204"/>
                <a:cs typeface="+mn-lt"/>
              </a:rPr>
              <a:t>a creative painter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F5CEB45-96FF-7C7A-0713-6903C7E0F2B4}"/>
              </a:ext>
            </a:extLst>
          </p:cNvPr>
          <p:cNvSpPr/>
          <p:nvPr/>
        </p:nvSpPr>
        <p:spPr>
          <a:xfrm>
            <a:off x="4443268" y="5296407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popular baseball player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265E556-CC5A-8C32-161D-4CAB213947C2}"/>
              </a:ext>
            </a:extLst>
          </p:cNvPr>
          <p:cNvSpPr/>
          <p:nvPr/>
        </p:nvSpPr>
        <p:spPr>
          <a:xfrm>
            <a:off x="4443268" y="4688734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famous animal scientist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60985B8E-02D6-0A06-857F-D2E867BC01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56" t="4502" r="13261" b="12442"/>
          <a:stretch/>
        </p:blipFill>
        <p:spPr>
          <a:xfrm rot="16200000">
            <a:off x="5804016" y="2872760"/>
            <a:ext cx="274276" cy="500804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6C8F4C3F-8211-0509-1B1E-8F3C97ECAC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56" t="4502" r="13261" b="12442"/>
          <a:stretch/>
        </p:blipFill>
        <p:spPr>
          <a:xfrm rot="5400000">
            <a:off x="5801815" y="5813790"/>
            <a:ext cx="274276" cy="500804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sp>
        <p:nvSpPr>
          <p:cNvPr id="34" name="타원 33">
            <a:extLst>
              <a:ext uri="{FF2B5EF4-FFF2-40B4-BE49-F238E27FC236}">
                <a16:creationId xmlns:a16="http://schemas.microsoft.com/office/drawing/2014/main" id="{F9193555-12AF-9EE7-98B3-FB76CFA75E28}"/>
              </a:ext>
            </a:extLst>
          </p:cNvPr>
          <p:cNvSpPr/>
          <p:nvPr/>
        </p:nvSpPr>
        <p:spPr>
          <a:xfrm>
            <a:off x="5593146" y="4197043"/>
            <a:ext cx="696015" cy="685800"/>
          </a:xfrm>
          <a:prstGeom prst="ellipse">
            <a:avLst/>
          </a:prstGeom>
          <a:noFill/>
          <a:ln w="161925">
            <a:solidFill>
              <a:srgbClr val="00B0F0">
                <a:alpha val="6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모서리가 둥근 직사각형 149">
            <a:extLst>
              <a:ext uri="{FF2B5EF4-FFF2-40B4-BE49-F238E27FC236}">
                <a16:creationId xmlns:a16="http://schemas.microsoft.com/office/drawing/2014/main" id="{1DD042D2-F687-51E6-3301-3B4141177218}"/>
              </a:ext>
            </a:extLst>
          </p:cNvPr>
          <p:cNvSpPr/>
          <p:nvPr/>
        </p:nvSpPr>
        <p:spPr>
          <a:xfrm>
            <a:off x="4441723" y="3450482"/>
            <a:ext cx="2890470" cy="43514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a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computer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scientist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pic>
        <p:nvPicPr>
          <p:cNvPr id="55" name="그림 54" descr="인간의 얼굴, 사람, 의류, 턱이(가) 표시된 사진&#10;&#10;자동 생성된 설명">
            <a:extLst>
              <a:ext uri="{FF2B5EF4-FFF2-40B4-BE49-F238E27FC236}">
                <a16:creationId xmlns:a16="http://schemas.microsoft.com/office/drawing/2014/main" id="{0247AF66-D2F9-2C0D-803A-A474B1E77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725" y="3054925"/>
            <a:ext cx="1638300" cy="161925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91818073-8E57-8136-305E-9EFDF42A6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3509" y="2871023"/>
            <a:ext cx="409575" cy="476250"/>
          </a:xfrm>
          <a:prstGeom prst="rect">
            <a:avLst/>
          </a:prstGeom>
        </p:spPr>
      </p:pic>
      <p:grpSp>
        <p:nvGrpSpPr>
          <p:cNvPr id="61" name="그룹 60">
            <a:extLst>
              <a:ext uri="{FF2B5EF4-FFF2-40B4-BE49-F238E27FC236}">
                <a16:creationId xmlns:a16="http://schemas.microsoft.com/office/drawing/2014/main" id="{5AB4B09C-93F1-0729-6BA8-E2CF5EA2DAE9}"/>
              </a:ext>
            </a:extLst>
          </p:cNvPr>
          <p:cNvGrpSpPr/>
          <p:nvPr/>
        </p:nvGrpSpPr>
        <p:grpSpPr>
          <a:xfrm>
            <a:off x="448225" y="2255992"/>
            <a:ext cx="647247" cy="364801"/>
            <a:chOff x="448225" y="2255992"/>
            <a:chExt cx="647247" cy="364801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BDD3DB74-BBF8-A659-D7E9-686E7EFA3370}"/>
                </a:ext>
              </a:extLst>
            </p:cNvPr>
            <p:cNvSpPr/>
            <p:nvPr/>
          </p:nvSpPr>
          <p:spPr>
            <a:xfrm>
              <a:off x="573479" y="2255992"/>
              <a:ext cx="431436" cy="35855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2060"/>
                </a:solidFill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F9433478-6071-E565-C497-C3FD816EB3D4}"/>
                </a:ext>
              </a:extLst>
            </p:cNvPr>
            <p:cNvSpPr/>
            <p:nvPr/>
          </p:nvSpPr>
          <p:spPr>
            <a:xfrm>
              <a:off x="448225" y="2262240"/>
              <a:ext cx="647247" cy="35855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rgbClr val="002060"/>
                  </a:solidFill>
                </a:rPr>
                <a:t> 3</a:t>
              </a:r>
              <a:r>
                <a:rPr lang="ko-KR" altLang="en-US" sz="1200">
                  <a:solidFill>
                    <a:srgbClr val="002060"/>
                  </a:solidFill>
                </a:rPr>
                <a:t>점 </a:t>
              </a:r>
            </a:p>
          </p:txBody>
        </p:sp>
      </p:grp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77B7DA74-8E9C-0C11-D3C4-3A75F7730652}"/>
              </a:ext>
            </a:extLst>
          </p:cNvPr>
          <p:cNvSpPr/>
          <p:nvPr/>
        </p:nvSpPr>
        <p:spPr>
          <a:xfrm>
            <a:off x="7696196" y="5961567"/>
            <a:ext cx="492816" cy="297584"/>
          </a:xfrm>
          <a:prstGeom prst="rightArrow">
            <a:avLst>
              <a:gd name="adj1" fmla="val 50000"/>
              <a:gd name="adj2" fmla="val 44898"/>
            </a:avLst>
          </a:prstGeom>
          <a:solidFill>
            <a:srgbClr val="8DA8EA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800" b="1" err="1">
                <a:ea typeface="맑은 고딕"/>
              </a:rPr>
              <a:t>다음</a:t>
            </a: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89C7D12E-8AEE-CE0A-09C8-F9ADF6849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627" y="2251325"/>
            <a:ext cx="790512" cy="309019"/>
          </a:xfrm>
          <a:prstGeom prst="rect">
            <a:avLst/>
          </a:prstGeom>
        </p:spPr>
      </p:pic>
      <p:sp>
        <p:nvSpPr>
          <p:cNvPr id="77" name="타원 76">
            <a:extLst>
              <a:ext uri="{FF2B5EF4-FFF2-40B4-BE49-F238E27FC236}">
                <a16:creationId xmlns:a16="http://schemas.microsoft.com/office/drawing/2014/main" id="{B6CD69C5-3B50-60C5-1A98-8388DB1BFADE}"/>
              </a:ext>
            </a:extLst>
          </p:cNvPr>
          <p:cNvSpPr/>
          <p:nvPr/>
        </p:nvSpPr>
        <p:spPr>
          <a:xfrm>
            <a:off x="2633718" y="2145383"/>
            <a:ext cx="278624" cy="27862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1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A1C0A3D-2D4F-240A-0B33-90090C01CFCE}"/>
              </a:ext>
            </a:extLst>
          </p:cNvPr>
          <p:cNvSpPr/>
          <p:nvPr/>
        </p:nvSpPr>
        <p:spPr>
          <a:xfrm>
            <a:off x="3073831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2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D9C446E2-D2F2-C053-0A60-7208588D95AC}"/>
              </a:ext>
            </a:extLst>
          </p:cNvPr>
          <p:cNvSpPr/>
          <p:nvPr/>
        </p:nvSpPr>
        <p:spPr>
          <a:xfrm>
            <a:off x="3513944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3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5A8DE4-1F70-3455-D103-D55FD8F5AFCC}"/>
              </a:ext>
            </a:extLst>
          </p:cNvPr>
          <p:cNvSpPr/>
          <p:nvPr/>
        </p:nvSpPr>
        <p:spPr>
          <a:xfrm>
            <a:off x="3954057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4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5B73F738-F020-B7B2-CA0C-828BE24B485E}"/>
              </a:ext>
            </a:extLst>
          </p:cNvPr>
          <p:cNvSpPr/>
          <p:nvPr/>
        </p:nvSpPr>
        <p:spPr>
          <a:xfrm>
            <a:off x="4394170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5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321F8380-6C74-8C44-DE13-A22F5318BAAB}"/>
              </a:ext>
            </a:extLst>
          </p:cNvPr>
          <p:cNvSpPr/>
          <p:nvPr/>
        </p:nvSpPr>
        <p:spPr>
          <a:xfrm>
            <a:off x="4834283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6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75733D11-FF55-A343-869B-958DFF305A10}"/>
              </a:ext>
            </a:extLst>
          </p:cNvPr>
          <p:cNvSpPr/>
          <p:nvPr/>
        </p:nvSpPr>
        <p:spPr>
          <a:xfrm>
            <a:off x="5274396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7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E4AAC265-2080-8DDC-6CDB-C897BEC420C0}"/>
              </a:ext>
            </a:extLst>
          </p:cNvPr>
          <p:cNvSpPr/>
          <p:nvPr/>
        </p:nvSpPr>
        <p:spPr>
          <a:xfrm>
            <a:off x="5714512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8</a:t>
            </a:r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85" name="그림 84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9754FB9E-8B27-4FE3-254A-679A1E65CD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9180" y="2092182"/>
            <a:ext cx="399934" cy="381002"/>
          </a:xfrm>
          <a:prstGeom prst="rect">
            <a:avLst/>
          </a:prstGeom>
          <a:ln w="12700">
            <a:noFill/>
          </a:ln>
        </p:spPr>
      </p:pic>
      <p:sp>
        <p:nvSpPr>
          <p:cNvPr id="86" name="곱하기 기호 85">
            <a:extLst>
              <a:ext uri="{FF2B5EF4-FFF2-40B4-BE49-F238E27FC236}">
                <a16:creationId xmlns:a16="http://schemas.microsoft.com/office/drawing/2014/main" id="{603A718E-2A3A-2F7E-C4BD-4DED3BF05092}"/>
              </a:ext>
            </a:extLst>
          </p:cNvPr>
          <p:cNvSpPr/>
          <p:nvPr/>
        </p:nvSpPr>
        <p:spPr>
          <a:xfrm>
            <a:off x="3042171" y="2055874"/>
            <a:ext cx="431436" cy="447367"/>
          </a:xfrm>
          <a:prstGeom prst="mathMultiply">
            <a:avLst>
              <a:gd name="adj1" fmla="val 13398"/>
            </a:avLst>
          </a:prstGeom>
          <a:solidFill>
            <a:srgbClr val="FF0000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6" name="그림 95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86A34D51-081C-B290-F343-FC06C76883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6836" y="2092181"/>
            <a:ext cx="399934" cy="381002"/>
          </a:xfrm>
          <a:prstGeom prst="rect">
            <a:avLst/>
          </a:prstGeom>
          <a:ln w="12700">
            <a:noFill/>
          </a:ln>
        </p:spPr>
      </p:pic>
      <p:sp>
        <p:nvSpPr>
          <p:cNvPr id="66" name="TextBox 53">
            <a:extLst>
              <a:ext uri="{FF2B5EF4-FFF2-40B4-BE49-F238E27FC236}">
                <a16:creationId xmlns:a16="http://schemas.microsoft.com/office/drawing/2014/main" id="{2937F707-337F-3E28-40D1-68AFF9A916BA}"/>
              </a:ext>
            </a:extLst>
          </p:cNvPr>
          <p:cNvSpPr txBox="1"/>
          <p:nvPr/>
        </p:nvSpPr>
        <p:spPr>
          <a:xfrm>
            <a:off x="5954363" y="4468402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2-2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2D4A77E5-FCA8-D682-B931-55F81DF17A4B}"/>
              </a:ext>
            </a:extLst>
          </p:cNvPr>
          <p:cNvSpPr txBox="1"/>
          <p:nvPr/>
        </p:nvSpPr>
        <p:spPr>
          <a:xfrm>
            <a:off x="1227119" y="4816642"/>
            <a:ext cx="2658534" cy="121571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앨런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튜링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Malgun Gothic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영국의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ED008D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컴퓨터 과학자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이다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. 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계산기가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논리적으로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작동되는지 실험을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처음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시도한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학자로도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유명하다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.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또한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컴퓨터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공학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및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정보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공학의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이론적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토대를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마련한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인물이다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나눔고딕"/>
                <a:ea typeface="나눔고딕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FB8EEDB-43C0-385E-5C73-1842E00D0AA2}"/>
              </a:ext>
            </a:extLst>
          </p:cNvPr>
          <p:cNvSpPr/>
          <p:nvPr/>
        </p:nvSpPr>
        <p:spPr>
          <a:xfrm>
            <a:off x="959119" y="2726230"/>
            <a:ext cx="3106965" cy="33350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AF4DF35-C9BC-A4F2-3329-C16DE0C844AD}"/>
              </a:ext>
            </a:extLst>
          </p:cNvPr>
          <p:cNvGrpSpPr/>
          <p:nvPr/>
        </p:nvGrpSpPr>
        <p:grpSpPr>
          <a:xfrm>
            <a:off x="959119" y="2544317"/>
            <a:ext cx="492816" cy="266261"/>
            <a:chOff x="1160393" y="3273605"/>
            <a:chExt cx="492816" cy="266261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A9EE20C8-BE4E-9212-330A-B340574B3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0226" y="3282691"/>
              <a:ext cx="257175" cy="257175"/>
            </a:xfrm>
            <a:prstGeom prst="rect">
              <a:avLst/>
            </a:prstGeom>
          </p:spPr>
        </p:pic>
        <p:sp>
          <p:nvSpPr>
            <p:cNvPr id="23" name="TextBox 53">
              <a:extLst>
                <a:ext uri="{FF2B5EF4-FFF2-40B4-BE49-F238E27FC236}">
                  <a16:creationId xmlns:a16="http://schemas.microsoft.com/office/drawing/2014/main" id="{2FE5660D-608A-7EC8-B431-DAF5F1EAF553}"/>
                </a:ext>
              </a:extLst>
            </p:cNvPr>
            <p:cNvSpPr txBox="1"/>
            <p:nvPr/>
          </p:nvSpPr>
          <p:spPr>
            <a:xfrm>
              <a:off x="1160393" y="3273605"/>
              <a:ext cx="492816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1</a:t>
              </a:r>
              <a:endParaRPr kumimoji="0" lang="ko-KR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endParaRPr>
            </a:p>
          </p:txBody>
        </p:sp>
      </p:grpSp>
      <p:sp>
        <p:nvSpPr>
          <p:cNvPr id="24" name="TextBox 53">
            <a:extLst>
              <a:ext uri="{FF2B5EF4-FFF2-40B4-BE49-F238E27FC236}">
                <a16:creationId xmlns:a16="http://schemas.microsoft.com/office/drawing/2014/main" id="{56FFA018-A398-FC90-65CF-1144616552C4}"/>
              </a:ext>
            </a:extLst>
          </p:cNvPr>
          <p:cNvSpPr txBox="1"/>
          <p:nvPr/>
        </p:nvSpPr>
        <p:spPr>
          <a:xfrm>
            <a:off x="3469387" y="2857626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1-1</a:t>
            </a:r>
          </a:p>
        </p:txBody>
      </p:sp>
    </p:spTree>
    <p:extLst>
      <p:ext uri="{BB962C8B-B14F-4D97-AF65-F5344CB8AC3E}">
        <p14:creationId xmlns:p14="http://schemas.microsoft.com/office/powerpoint/2010/main" val="1196968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ADDDD-2C87-4275-2EC2-7D3E746B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2">
            <a:extLst>
              <a:ext uri="{FF2B5EF4-FFF2-40B4-BE49-F238E27FC236}">
                <a16:creationId xmlns:a16="http://schemas.microsoft.com/office/drawing/2014/main" id="{D32EF5DB-9F5C-089B-F7A1-E9C3EF738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게임하기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C8C9EBD-786F-9A41-0B24-31A6EA369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134027"/>
              </p:ext>
            </p:extLst>
          </p:nvPr>
        </p:nvGraphicFramePr>
        <p:xfrm>
          <a:off x="255086" y="927759"/>
          <a:ext cx="11572969" cy="56011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43966">
                  <a:extLst>
                    <a:ext uri="{9D8B030D-6E8A-4147-A177-3AD203B41FA5}">
                      <a16:colId xmlns:a16="http://schemas.microsoft.com/office/drawing/2014/main" val="19760610"/>
                    </a:ext>
                  </a:extLst>
                </a:gridCol>
                <a:gridCol w="2253882">
                  <a:extLst>
                    <a:ext uri="{9D8B030D-6E8A-4147-A177-3AD203B41FA5}">
                      <a16:colId xmlns:a16="http://schemas.microsoft.com/office/drawing/2014/main" val="1820863345"/>
                    </a:ext>
                  </a:extLst>
                </a:gridCol>
                <a:gridCol w="2862605">
                  <a:extLst>
                    <a:ext uri="{9D8B030D-6E8A-4147-A177-3AD203B41FA5}">
                      <a16:colId xmlns:a16="http://schemas.microsoft.com/office/drawing/2014/main" val="11974820"/>
                    </a:ext>
                  </a:extLst>
                </a:gridCol>
                <a:gridCol w="609209">
                  <a:extLst>
                    <a:ext uri="{9D8B030D-6E8A-4147-A177-3AD203B41FA5}">
                      <a16:colId xmlns:a16="http://schemas.microsoft.com/office/drawing/2014/main" val="885625923"/>
                    </a:ext>
                  </a:extLst>
                </a:gridCol>
                <a:gridCol w="2372744">
                  <a:extLst>
                    <a:ext uri="{9D8B030D-6E8A-4147-A177-3AD203B41FA5}">
                      <a16:colId xmlns:a16="http://schemas.microsoft.com/office/drawing/2014/main" val="2635766103"/>
                    </a:ext>
                  </a:extLst>
                </a:gridCol>
                <a:gridCol w="2830563">
                  <a:extLst>
                    <a:ext uri="{9D8B030D-6E8A-4147-A177-3AD203B41FA5}">
                      <a16:colId xmlns:a16="http://schemas.microsoft.com/office/drawing/2014/main" val="1900273618"/>
                    </a:ext>
                  </a:extLst>
                </a:gridCol>
              </a:tblGrid>
              <a:tr h="286979">
                <a:tc>
                  <a:txBody>
                    <a:bodyPr/>
                    <a:lstStyle/>
                    <a:p>
                      <a:pPr algn="l" rtl="0" fontAlgn="auto">
                        <a:lnSpc>
                          <a:spcPts val="1125"/>
                        </a:lnSpc>
                      </a:pPr>
                      <a:endParaRPr lang="ko-KR" altLang="en-US" sz="1000" b="0" i="0">
                        <a:solidFill>
                          <a:srgbClr val="000000"/>
                        </a:solidFill>
                        <a:effectLst/>
                        <a:ea typeface="맑은 고딕" panose="020B0503020000020004" pitchFamily="34" charset="-127"/>
                      </a:endParaRPr>
                    </a:p>
                  </a:txBody>
                  <a:tcPr marL="88011" marR="88011" marT="44006" marB="44006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ko-KR" altLang="en-US" sz="1200" b="1" i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인물 이름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ko-KR" altLang="en-US" sz="1200" b="1" i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인물 설명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auto">
                        <a:lnSpc>
                          <a:spcPts val="1350"/>
                        </a:lnSpc>
                      </a:pPr>
                      <a:endParaRPr lang="ko-KR" altLang="en-US" sz="1200" b="1" i="0">
                        <a:solidFill>
                          <a:srgbClr val="000000"/>
                        </a:solidFill>
                        <a:effectLst/>
                        <a:ea typeface="맑은 고딕" panose="020B0503020000020004" pitchFamily="34" charset="-127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ko-KR" altLang="en-US" sz="1200" b="1" i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인물 이름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ko-KR" altLang="en-US" sz="1200" b="1" i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인물 설명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080763"/>
                  </a:ext>
                </a:extLst>
              </a:tr>
              <a:tr h="130628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en-US" altLang="ko-KR" sz="1200" b="1" i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1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Alan Turing </a:t>
                      </a:r>
                      <a:endParaRPr lang="en-US" altLang="ko-KR" b="0" i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100"/>
                        </a:lnSpc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앨런 튜링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  <a:p>
                      <a:pPr algn="l" rtl="0" fontAlgn="base">
                        <a:lnSpc>
                          <a:spcPts val="1275"/>
                        </a:lnSpc>
                      </a:pP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영국의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컴퓨터 과학자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이다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. 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계산기가 논리적으로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작동되는지 실험을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처음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시도한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학자로도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유명하다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.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 또한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컴퓨터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공학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및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정보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공학의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이론적 토대를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마련한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인물이다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.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latin typeface="나눔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5</a:t>
                      </a:r>
                      <a:endParaRPr lang="en-US" altLang="ko-KR" b="0" i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Franz Liszt</a:t>
                      </a:r>
                      <a:endParaRPr lang="en-US" altLang="ko-KR" b="0" i="0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100"/>
                        </a:lnSpc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ea typeface="나눔고딕"/>
                        </a:rPr>
                        <a:t>프란츠 리스트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  <a:p>
                      <a:pPr algn="l" rtl="0" fontAlgn="base">
                        <a:lnSpc>
                          <a:spcPts val="1275"/>
                        </a:lnSpc>
                      </a:pP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헝가리계 독일인 작곡자이자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 훌륭한 피아니스트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이다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 "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피아노의 </a:t>
                      </a:r>
                      <a:r>
                        <a:rPr lang="ko-KR" altLang="en-US" sz="1100" b="0" i="0" u="none" strike="noStrike" dirty="0" err="1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왕"이라는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 별칭이 있으며 피아노 역사에 큰 업적을 남겼다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혁신적인 연주 기법과 작곡 기법은 클래식 음악 역사에서 높이 평가되고 있다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61325"/>
                  </a:ext>
                </a:extLst>
              </a:tr>
              <a:tr h="130628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en-US" altLang="ko-KR" sz="1200" b="1" i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2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Frida Kahlo</a:t>
                      </a:r>
                      <a:endParaRPr lang="en-US" altLang="ko-KR" b="0" i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100"/>
                        </a:lnSpc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ea typeface="나눔고딕"/>
                        </a:rPr>
                        <a:t>프리다 칼로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  <a:p>
                      <a:pPr algn="l" rtl="0" fontAlgn="base">
                        <a:lnSpc>
                          <a:spcPts val="1275"/>
                        </a:lnSpc>
                      </a:pP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멕시코의 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창의적인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latin typeface="나눔고딕"/>
                        </a:rPr>
                        <a:t> 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화가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이다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.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신체적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정신적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고통이 있었지만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이를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극복하고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삶에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대한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강한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의지를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작품으로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승화시켰다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자신의 모습을 집중적으로 연구했고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,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 자화상을 많이 남겼다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6</a:t>
                      </a:r>
                      <a:endParaRPr lang="en-US" altLang="ko-KR" b="0" i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Nelson Mandela</a:t>
                      </a:r>
                      <a:endParaRPr lang="en-US" altLang="ko-KR" b="0" i="0" dirty="0">
                        <a:solidFill>
                          <a:srgbClr val="000000"/>
                        </a:solidFill>
                        <a:effectLst/>
                        <a:latin typeface="Malgun Gothic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100"/>
                        </a:lnSpc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ea typeface="나눔고딕"/>
                        </a:rPr>
                        <a:t>넬슨 만델라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  <a:p>
                      <a:pPr algn="l" rtl="0" fontAlgn="base">
                        <a:lnSpc>
                          <a:spcPts val="1275"/>
                        </a:lnSpc>
                      </a:pP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남아프리카 공화국의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위대한 지도자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이다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 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평등 선거 실시 후 뽑힌 세계 최초의 흑인 대통령으로도 유명하다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흑인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인권 운동가이며 백인 정권의 인종 차별에 맞선 투쟁을 지도했다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</a:txBody>
                  <a:tcPr marL="88011" marR="88011" marT="44006" marB="44006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995390"/>
                  </a:ext>
                </a:extLst>
              </a:tr>
              <a:tr h="130628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en-US" altLang="ko-KR" sz="1200" b="1" i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3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</a:pPr>
                      <a:r>
                        <a:rPr lang="af-ZA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Jane </a:t>
                      </a:r>
                      <a:r>
                        <a:rPr lang="af-ZA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Goodall</a:t>
                      </a:r>
                      <a:endParaRPr lang="af-ZA" altLang="ko-KR" b="0" i="0" dirty="0" err="1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100"/>
                        </a:lnSpc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ea typeface="나눔고딕"/>
                        </a:rPr>
                        <a:t>제인 </a:t>
                      </a:r>
                      <a:r>
                        <a:rPr lang="ko-KR" alt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ea typeface="나눔고딕"/>
                        </a:rPr>
                        <a:t>구달</a:t>
                      </a:r>
                      <a:endParaRPr lang="ko-KR" altLang="en-US" b="0" i="0" err="1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  <a:p>
                      <a:pPr algn="l" rtl="0" fontAlgn="base">
                        <a:lnSpc>
                          <a:spcPts val="1275"/>
                        </a:lnSpc>
                      </a:pP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영국의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 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유명한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동물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과학자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이다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. 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침팬지의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행동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연구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분야에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대한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세계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최고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권위자이다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침팬지가 육식을 하고 도구를 사용한다는 사실을 밝혀냈다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en-US" altLang="ko-KR" sz="1200" b="1" i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7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</a:pPr>
                      <a:r>
                        <a:rPr lang="af-ZA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Jane Austen</a:t>
                      </a:r>
                      <a:endParaRPr lang="af-ZA" altLang="ko-KR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100"/>
                        </a:lnSpc>
                      </a:pP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ea typeface="나눔고딕"/>
                        </a:rPr>
                        <a:t>제인 오스틴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  <a:p>
                      <a:pPr algn="l" rtl="0" fontAlgn="base">
                        <a:lnSpc>
                          <a:spcPts val="1275"/>
                        </a:lnSpc>
                      </a:pP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영국의 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유명한 소설 작가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이며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영국인이 가장 사랑하는 소설가로 손꼽힌다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.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그녀의 작품들은 주로 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18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세기 후반과 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19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세기 초반의 영국 사회를 배경으로 </a:t>
                      </a:r>
                      <a:r>
                        <a:rPr lang="ko-KR" altLang="en-US" sz="1100" b="0" i="0" u="none" strike="noStrike" dirty="0">
                          <a:solidFill>
                            <a:srgbClr val="7D7D7D"/>
                          </a:solidFill>
                          <a:effectLst/>
                          <a:latin typeface="나눔고딕"/>
                        </a:rPr>
                        <a:t>하</a:t>
                      </a:r>
                      <a:r>
                        <a:rPr lang="ko-KR" altLang="en-US" sz="1100" b="0" i="0" u="none" strike="noStrike" dirty="0">
                          <a:solidFill>
                            <a:srgbClr val="7D7D7D"/>
                          </a:solidFill>
                          <a:effectLst/>
                          <a:ea typeface="나눔고딕"/>
                        </a:rPr>
                        <a:t>며</a:t>
                      </a:r>
                      <a:r>
                        <a:rPr lang="en-US" altLang="ko-KR" sz="1100" b="0" i="0" u="none" strike="noStrike" dirty="0">
                          <a:solidFill>
                            <a:srgbClr val="7D7D7D"/>
                          </a:solidFill>
                          <a:effectLst/>
                          <a:ea typeface="나눔고딕"/>
                        </a:rPr>
                        <a:t>,</a:t>
                      </a:r>
                      <a:r>
                        <a:rPr lang="ko-KR" altLang="en-US" sz="1100" b="0" i="0" u="none" strike="noStrike" dirty="0">
                          <a:solidFill>
                            <a:srgbClr val="7D7D7D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당시의 사회적 규범과 인간 관계를 묘사했다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.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latin typeface="나눔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56669"/>
                  </a:ext>
                </a:extLst>
              </a:tr>
              <a:tr h="139535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en-US" altLang="ko-KR" sz="1200" b="1" i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4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</a:pPr>
                      <a:r>
                        <a:rPr lang="af-ZA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Gwon</a:t>
                      </a:r>
                      <a:r>
                        <a:rPr lang="af-ZA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 </a:t>
                      </a:r>
                      <a:r>
                        <a:rPr lang="af-ZA" altLang="ko-KR" sz="1200" b="0" i="0" u="none" strike="noStrike" dirty="0" err="1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Giok</a:t>
                      </a:r>
                      <a:endParaRPr lang="af-ZA" altLang="ko-KR" b="0" i="0" dirty="0" err="1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100"/>
                        </a:lnSpc>
                      </a:pPr>
                      <a:r>
                        <a:rPr lang="ko-KR" altLang="en-US" sz="1800" b="1" i="0" u="none" strike="noStrike" err="1">
                          <a:solidFill>
                            <a:srgbClr val="000000"/>
                          </a:solidFill>
                          <a:effectLst/>
                          <a:ea typeface="나눔고딕"/>
                        </a:rPr>
                        <a:t>권기옥</a:t>
                      </a:r>
                      <a:endParaRPr lang="ko-KR" altLang="en-US" b="0" i="0" err="1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  <a:p>
                      <a:pPr algn="l" rtl="0" fontAlgn="base">
                        <a:lnSpc>
                          <a:spcPts val="1275"/>
                        </a:lnSpc>
                      </a:pP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독립운동가이자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 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한국의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최초 여성 조종사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이다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. 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대부분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남성들이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조종하던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군용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비행기를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조종한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최초</a:t>
                      </a:r>
                      <a:r>
                        <a:rPr lang="ko-KR" altLang="en-US" sz="1100" b="0" i="0" u="none" strike="noStrike" dirty="0">
                          <a:solidFill>
                            <a:srgbClr val="7D7D7D"/>
                          </a:solidFill>
                          <a:effectLst/>
                          <a:ea typeface="나눔고딕"/>
                        </a:rPr>
                        <a:t>의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여성으로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남녀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차별 극복을 강조했으며 편견의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벽을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허물어뜨렸다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.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350"/>
                        </a:lnSpc>
                      </a:pPr>
                      <a:r>
                        <a:rPr lang="en-US" altLang="ko-KR" sz="1200" b="1" i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8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</a:pPr>
                      <a:r>
                        <a:rPr lang="af-ZA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Jackie Robinson</a:t>
                      </a:r>
                      <a:endParaRPr lang="af-ZA" altLang="ko-KR" b="0" i="0" dirty="0">
                        <a:solidFill>
                          <a:srgbClr val="000000"/>
                        </a:solidFill>
                        <a:effectLst/>
                        <a:ea typeface="맑은 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2100"/>
                        </a:lnSpc>
                      </a:pPr>
                      <a:r>
                        <a:rPr lang="ko-KR" alt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ea typeface="나눔고딕"/>
                        </a:rPr>
                        <a:t>재키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ea typeface="나눔고딕"/>
                        </a:rPr>
                        <a:t> 로빈슨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ea typeface="나눔고딕"/>
                      </a:endParaRPr>
                    </a:p>
                    <a:p>
                      <a:pPr algn="l" rtl="0" fontAlgn="base">
                        <a:lnSpc>
                          <a:spcPts val="1275"/>
                        </a:lnSpc>
                      </a:pP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미국의 </a:t>
                      </a:r>
                      <a:r>
                        <a:rPr lang="ko-KR" altLang="en-US" sz="1100" b="1" i="0" u="none" strike="noStrike" dirty="0">
                          <a:solidFill>
                            <a:srgbClr val="ED008D"/>
                          </a:solidFill>
                          <a:effectLst/>
                          <a:ea typeface="나눔고딕"/>
                        </a:rPr>
                        <a:t>인기 있는 야구 선수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이다.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흑인으로서 최초로 메이저 리그에서 활동했다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. </a:t>
                      </a:r>
                      <a:r>
                        <a:rPr lang="ko-KR" altLang="en-US" sz="1100" b="0" i="0" u="none" strike="noStrike" dirty="0">
                          <a:solidFill>
                            <a:srgbClr val="666666"/>
                          </a:solidFill>
                          <a:effectLst/>
                          <a:ea typeface="나눔고딕"/>
                        </a:rPr>
                        <a:t>브루클린 다저스에서 활약했으며 스포츠계에서 흑인 인권 운동의 상징으로 평가되고 있다</a:t>
                      </a:r>
                      <a:r>
                        <a:rPr lang="en-US" altLang="ko-KR" sz="1100" b="0" i="0" u="none" strike="noStrike" dirty="0">
                          <a:solidFill>
                            <a:srgbClr val="666666"/>
                          </a:solidFill>
                          <a:effectLst/>
                          <a:latin typeface="나눔고딕"/>
                        </a:rPr>
                        <a:t>.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  <a:latin typeface="나눔고딕"/>
                      </a:endParaRPr>
                    </a:p>
                  </a:txBody>
                  <a:tcPr marL="88011" marR="88011" marT="44006" marB="44006" anchor="ctr">
                    <a:lnL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21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463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069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A8EE-6C9A-6168-3CCC-C9DC5332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2">
            <a:extLst>
              <a:ext uri="{FF2B5EF4-FFF2-40B4-BE49-F238E27FC236}">
                <a16:creationId xmlns:a16="http://schemas.microsoft.com/office/drawing/2014/main" id="{770D1220-10F3-EE7A-395F-9493B291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게임하기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146A4C-19C6-7624-7ECC-30689C81D0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B189F84C-10DC-48A2-06DB-320A738E71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36000" tIns="45720" rIns="36000" bIns="45720" anchor="t"/>
          <a:lstStyle/>
          <a:p>
            <a:r>
              <a:rPr lang="ko-KR" altLang="en-US">
                <a:ea typeface="맑은 고딕"/>
              </a:rPr>
              <a:t>신규 콘텐츠</a:t>
            </a:r>
            <a:endParaRPr lang="ko-KR" altLang="en-US"/>
          </a:p>
        </p:txBody>
      </p:sp>
      <p:graphicFrame>
        <p:nvGraphicFramePr>
          <p:cNvPr id="3" name="Group 57">
            <a:extLst>
              <a:ext uri="{FF2B5EF4-FFF2-40B4-BE49-F238E27FC236}">
                <a16:creationId xmlns:a16="http://schemas.microsoft.com/office/drawing/2014/main" id="{F351B893-A1E6-DED5-DFD6-3E160F71180D}"/>
              </a:ext>
            </a:extLst>
          </p:cNvPr>
          <p:cNvGraphicFramePr>
            <a:graphicFrameLocks/>
          </p:cNvGraphicFramePr>
          <p:nvPr/>
        </p:nvGraphicFramePr>
        <p:xfrm>
          <a:off x="8456083" y="1068917"/>
          <a:ext cx="3618956" cy="2231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21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7734">
                  <a:extLst>
                    <a:ext uri="{9D8B030D-6E8A-4147-A177-3AD203B41FA5}">
                      <a16:colId xmlns:a16="http://schemas.microsoft.com/office/drawing/2014/main" val="1534598412"/>
                    </a:ext>
                  </a:extLst>
                </a:gridCol>
              </a:tblGrid>
              <a:tr h="9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No</a:t>
                      </a: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UI Description</a:t>
                      </a:r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</a:endParaRP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511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1</a:t>
                      </a: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355" marR="0" lvl="0" indent="-173355" algn="l">
                        <a:lnSpc>
                          <a:spcPts val="1300"/>
                        </a:lnSpc>
                        <a:buNone/>
                      </a:pPr>
                      <a:r>
                        <a:rPr lang="ko-KR" altLang="en-US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예시 대화 팝업 화면</a:t>
                      </a:r>
                      <a:endParaRPr lang="en-US" altLang="ko-KR" sz="900" b="1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marR="0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클릭 시 </a:t>
                      </a: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dim 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처리</a:t>
                      </a: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및 대화 창 팝업</a:t>
                      </a: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marR="0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대화창 내 영문 콘텐츠 클릭 시 문장 음원 재생</a:t>
                      </a: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0" marR="0" lvl="0" indent="0" algn="l">
                        <a:lnSpc>
                          <a:spcPts val="13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0" marR="0" lvl="0" indent="0" algn="l">
                        <a:lnSpc>
                          <a:spcPts val="13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[</a:t>
                      </a:r>
                      <a:r>
                        <a:rPr lang="en-US" altLang="ko-KR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1-1] </a:t>
                      </a:r>
                      <a:r>
                        <a:rPr lang="ko-KR" altLang="en-US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전체 음원 재생 버튼</a:t>
                      </a:r>
                      <a:endParaRPr lang="en-US" altLang="ko-KR" sz="900" b="1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marR="0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대화창 내 스피커 클릭 시 해당 대화 전체 재생</a:t>
                      </a: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marR="0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0" marR="0" lvl="0" indent="0" algn="l">
                        <a:lnSpc>
                          <a:spcPts val="13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[1-2] </a:t>
                      </a:r>
                      <a:r>
                        <a:rPr lang="ko-KR" altLang="en-US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닫기 버튼 </a:t>
                      </a:r>
                      <a:endParaRPr lang="en-US" altLang="ko-KR" sz="900" b="1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marR="0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버튼 클릭 시 대화창 사라지고 </a:t>
                      </a: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dim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처리 해제</a:t>
                      </a:r>
                    </a:p>
                  </a:txBody>
                  <a:tcPr marL="36000" marR="36000" marT="18000" marB="1800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33784"/>
                  </a:ext>
                </a:extLst>
              </a:tr>
              <a:tr h="3288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</a:txBody>
                  <a:tcPr marL="36000" marR="36000" marT="18000" marB="1800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95548"/>
                  </a:ext>
                </a:extLst>
              </a:tr>
              <a:tr h="239323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7" marB="333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827526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66F4501-8AF4-CEAB-A60F-880EDED2DA38}"/>
              </a:ext>
            </a:extLst>
          </p:cNvPr>
          <p:cNvSpPr/>
          <p:nvPr/>
        </p:nvSpPr>
        <p:spPr>
          <a:xfrm>
            <a:off x="4443268" y="4078588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F0502020204030204"/>
                <a:cs typeface="+mn-lt"/>
              </a:rPr>
              <a:t>a creative painter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0BCD2D7-DEBA-A135-2AF4-42AC515AAF0C}"/>
              </a:ext>
            </a:extLst>
          </p:cNvPr>
          <p:cNvSpPr/>
          <p:nvPr/>
        </p:nvSpPr>
        <p:spPr>
          <a:xfrm>
            <a:off x="4443268" y="5296407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popular baseball player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07B0D9D-B7F0-C8C9-3344-20BFA7F6439E}"/>
              </a:ext>
            </a:extLst>
          </p:cNvPr>
          <p:cNvSpPr/>
          <p:nvPr/>
        </p:nvSpPr>
        <p:spPr>
          <a:xfrm>
            <a:off x="4443268" y="4688734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famous animal scientist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모서리가 둥근 직사각형 149">
            <a:extLst>
              <a:ext uri="{FF2B5EF4-FFF2-40B4-BE49-F238E27FC236}">
                <a16:creationId xmlns:a16="http://schemas.microsoft.com/office/drawing/2014/main" id="{8A2BF82E-280B-4283-CDEB-7D45F4AF902B}"/>
              </a:ext>
            </a:extLst>
          </p:cNvPr>
          <p:cNvSpPr/>
          <p:nvPr/>
        </p:nvSpPr>
        <p:spPr>
          <a:xfrm>
            <a:off x="4441723" y="3450482"/>
            <a:ext cx="2890470" cy="43514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a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computer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scientist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49394BE-D25E-FD1E-37A4-3D445D24F395}"/>
              </a:ext>
            </a:extLst>
          </p:cNvPr>
          <p:cNvGrpSpPr/>
          <p:nvPr/>
        </p:nvGrpSpPr>
        <p:grpSpPr>
          <a:xfrm>
            <a:off x="448225" y="2255992"/>
            <a:ext cx="647247" cy="364801"/>
            <a:chOff x="448225" y="2255992"/>
            <a:chExt cx="647247" cy="364801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50F3301C-6A92-8A2C-09AA-3DE29934911D}"/>
                </a:ext>
              </a:extLst>
            </p:cNvPr>
            <p:cNvSpPr/>
            <p:nvPr/>
          </p:nvSpPr>
          <p:spPr>
            <a:xfrm>
              <a:off x="573479" y="2255992"/>
              <a:ext cx="431436" cy="35855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2060"/>
                </a:solidFill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2D088481-146D-12A9-C08C-B20F5FA1607F}"/>
                </a:ext>
              </a:extLst>
            </p:cNvPr>
            <p:cNvSpPr/>
            <p:nvPr/>
          </p:nvSpPr>
          <p:spPr>
            <a:xfrm>
              <a:off x="448225" y="2262240"/>
              <a:ext cx="647247" cy="35855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rgbClr val="002060"/>
                  </a:solidFill>
                </a:rPr>
                <a:t> 3</a:t>
              </a:r>
              <a:r>
                <a:rPr lang="ko-KR" altLang="en-US" sz="1200">
                  <a:solidFill>
                    <a:srgbClr val="002060"/>
                  </a:solidFill>
                </a:rPr>
                <a:t>점 </a:t>
              </a:r>
            </a:p>
          </p:txBody>
        </p:sp>
      </p:grp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86A1D9FC-352B-D523-877B-3EA6F5C7B1D2}"/>
              </a:ext>
            </a:extLst>
          </p:cNvPr>
          <p:cNvSpPr/>
          <p:nvPr/>
        </p:nvSpPr>
        <p:spPr>
          <a:xfrm>
            <a:off x="7696196" y="5961567"/>
            <a:ext cx="492816" cy="297584"/>
          </a:xfrm>
          <a:prstGeom prst="rightArrow">
            <a:avLst>
              <a:gd name="adj1" fmla="val 50000"/>
              <a:gd name="adj2" fmla="val 44898"/>
            </a:avLst>
          </a:prstGeom>
          <a:solidFill>
            <a:srgbClr val="8DA8EA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800" b="1" err="1">
                <a:ea typeface="맑은 고딕"/>
              </a:rPr>
              <a:t>다음</a:t>
            </a: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6C6AFAE2-ED4E-FF51-FFF3-F279F402B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627" y="2251325"/>
            <a:ext cx="790512" cy="309019"/>
          </a:xfrm>
          <a:prstGeom prst="rect">
            <a:avLst/>
          </a:prstGeom>
        </p:spPr>
      </p:pic>
      <p:sp>
        <p:nvSpPr>
          <p:cNvPr id="77" name="타원 76">
            <a:extLst>
              <a:ext uri="{FF2B5EF4-FFF2-40B4-BE49-F238E27FC236}">
                <a16:creationId xmlns:a16="http://schemas.microsoft.com/office/drawing/2014/main" id="{DC846D4A-28CB-D120-B259-53CD538807F0}"/>
              </a:ext>
            </a:extLst>
          </p:cNvPr>
          <p:cNvSpPr/>
          <p:nvPr/>
        </p:nvSpPr>
        <p:spPr>
          <a:xfrm>
            <a:off x="2633718" y="2145383"/>
            <a:ext cx="278624" cy="27862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1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AAF52346-2009-4E77-B9DA-D7C70E34499D}"/>
              </a:ext>
            </a:extLst>
          </p:cNvPr>
          <p:cNvSpPr/>
          <p:nvPr/>
        </p:nvSpPr>
        <p:spPr>
          <a:xfrm>
            <a:off x="3073831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2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09F54A57-A52E-2D74-D61D-C8D2F76A76E5}"/>
              </a:ext>
            </a:extLst>
          </p:cNvPr>
          <p:cNvSpPr/>
          <p:nvPr/>
        </p:nvSpPr>
        <p:spPr>
          <a:xfrm>
            <a:off x="3513944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3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CD33C5BC-ED0E-851F-F5F8-2C06EA4F1070}"/>
              </a:ext>
            </a:extLst>
          </p:cNvPr>
          <p:cNvSpPr/>
          <p:nvPr/>
        </p:nvSpPr>
        <p:spPr>
          <a:xfrm>
            <a:off x="3954057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4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4C9ECD06-BEA8-683C-276B-06A7F82D77E3}"/>
              </a:ext>
            </a:extLst>
          </p:cNvPr>
          <p:cNvSpPr/>
          <p:nvPr/>
        </p:nvSpPr>
        <p:spPr>
          <a:xfrm>
            <a:off x="4394170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5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5BE2ABA5-C71A-8C80-A01C-EB90F3784C77}"/>
              </a:ext>
            </a:extLst>
          </p:cNvPr>
          <p:cNvSpPr/>
          <p:nvPr/>
        </p:nvSpPr>
        <p:spPr>
          <a:xfrm>
            <a:off x="4834283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6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47270D0F-AE51-BD46-A524-539B5C134FCE}"/>
              </a:ext>
            </a:extLst>
          </p:cNvPr>
          <p:cNvSpPr/>
          <p:nvPr/>
        </p:nvSpPr>
        <p:spPr>
          <a:xfrm>
            <a:off x="5274396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7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32C0C8D8-38F4-46B8-E520-3E30677E9DAE}"/>
              </a:ext>
            </a:extLst>
          </p:cNvPr>
          <p:cNvSpPr/>
          <p:nvPr/>
        </p:nvSpPr>
        <p:spPr>
          <a:xfrm>
            <a:off x="5714512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8</a:t>
            </a:r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85" name="그림 84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ABF8BDE9-25AD-9202-53AE-C503C9AC9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180" y="2092182"/>
            <a:ext cx="399934" cy="381002"/>
          </a:xfrm>
          <a:prstGeom prst="rect">
            <a:avLst/>
          </a:prstGeom>
          <a:ln w="12700">
            <a:noFill/>
          </a:ln>
        </p:spPr>
      </p:pic>
      <p:sp>
        <p:nvSpPr>
          <p:cNvPr id="86" name="곱하기 기호 85">
            <a:extLst>
              <a:ext uri="{FF2B5EF4-FFF2-40B4-BE49-F238E27FC236}">
                <a16:creationId xmlns:a16="http://schemas.microsoft.com/office/drawing/2014/main" id="{756CEB02-3BA4-ADA8-2AC0-B590DB231C92}"/>
              </a:ext>
            </a:extLst>
          </p:cNvPr>
          <p:cNvSpPr/>
          <p:nvPr/>
        </p:nvSpPr>
        <p:spPr>
          <a:xfrm>
            <a:off x="3042171" y="2055874"/>
            <a:ext cx="431436" cy="447367"/>
          </a:xfrm>
          <a:prstGeom prst="mathMultiply">
            <a:avLst>
              <a:gd name="adj1" fmla="val 13398"/>
            </a:avLst>
          </a:prstGeom>
          <a:solidFill>
            <a:srgbClr val="FF0000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6" name="그림 95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5E986DEB-68F6-4D55-7525-7030468BF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6836" y="2092181"/>
            <a:ext cx="399934" cy="381002"/>
          </a:xfrm>
          <a:prstGeom prst="rect">
            <a:avLst/>
          </a:prstGeom>
          <a:ln w="12700">
            <a:noFill/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B9FED82-E1A9-753F-30D8-75BE990C4E41}"/>
              </a:ext>
            </a:extLst>
          </p:cNvPr>
          <p:cNvSpPr/>
          <p:nvPr/>
        </p:nvSpPr>
        <p:spPr>
          <a:xfrm>
            <a:off x="500647" y="1923068"/>
            <a:ext cx="7817147" cy="4410933"/>
          </a:xfrm>
          <a:prstGeom prst="rect">
            <a:avLst/>
          </a:prstGeom>
          <a:solidFill>
            <a:schemeClr val="tx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77">
            <a:extLst>
              <a:ext uri="{FF2B5EF4-FFF2-40B4-BE49-F238E27FC236}">
                <a16:creationId xmlns:a16="http://schemas.microsoft.com/office/drawing/2014/main" id="{C7BA734B-8714-5B17-41E4-8E096829C844}"/>
              </a:ext>
            </a:extLst>
          </p:cNvPr>
          <p:cNvSpPr/>
          <p:nvPr/>
        </p:nvSpPr>
        <p:spPr>
          <a:xfrm>
            <a:off x="857014" y="2462745"/>
            <a:ext cx="7013548" cy="3468595"/>
          </a:xfrm>
          <a:prstGeom prst="roundRect">
            <a:avLst>
              <a:gd name="adj" fmla="val 8130"/>
            </a:avLst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6B67007-F604-15D6-D3E0-75301ADA4FF3}"/>
              </a:ext>
            </a:extLst>
          </p:cNvPr>
          <p:cNvGrpSpPr/>
          <p:nvPr/>
        </p:nvGrpSpPr>
        <p:grpSpPr>
          <a:xfrm>
            <a:off x="1149980" y="3125880"/>
            <a:ext cx="4273363" cy="1864105"/>
            <a:chOff x="6530254" y="5170992"/>
            <a:chExt cx="4273363" cy="1864105"/>
          </a:xfrm>
        </p:grpSpPr>
        <p:sp>
          <p:nvSpPr>
            <p:cNvPr id="8" name="TextBox 13">
              <a:extLst>
                <a:ext uri="{FF2B5EF4-FFF2-40B4-BE49-F238E27FC236}">
                  <a16:creationId xmlns:a16="http://schemas.microsoft.com/office/drawing/2014/main" id="{055292FC-1C9D-CA81-A422-CEB7AC7A5A01}"/>
                </a:ext>
              </a:extLst>
            </p:cNvPr>
            <p:cNvSpPr txBox="1"/>
            <p:nvPr/>
          </p:nvSpPr>
          <p:spPr>
            <a:xfrm>
              <a:off x="7003431" y="6244230"/>
              <a:ext cx="2815989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정보를 모르고 있을 때</a:t>
              </a:r>
            </a:p>
          </p:txBody>
        </p:sp>
        <p:pic>
          <p:nvPicPr>
            <p:cNvPr id="9" name="그림 8" descr="로고, 원이(가) 표시된 사진&#10;&#10;자동 생성된 설명">
              <a:extLst>
                <a:ext uri="{FF2B5EF4-FFF2-40B4-BE49-F238E27FC236}">
                  <a16:creationId xmlns:a16="http://schemas.microsoft.com/office/drawing/2014/main" id="{43C762D5-9E1E-B535-7E8A-928BE8FEA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30254" y="6130133"/>
              <a:ext cx="422880" cy="373543"/>
            </a:xfrm>
            <a:prstGeom prst="rect">
              <a:avLst/>
            </a:prstGeom>
          </p:spPr>
        </p:pic>
        <p:sp>
          <p:nvSpPr>
            <p:cNvPr id="11" name="TextBox 17">
              <a:extLst>
                <a:ext uri="{FF2B5EF4-FFF2-40B4-BE49-F238E27FC236}">
                  <a16:creationId xmlns:a16="http://schemas.microsoft.com/office/drawing/2014/main" id="{CA0998C1-11A0-384B-758D-C1864B6A7AB3}"/>
                </a:ext>
              </a:extLst>
            </p:cNvPr>
            <p:cNvSpPr txBox="1"/>
            <p:nvPr/>
          </p:nvSpPr>
          <p:spPr>
            <a:xfrm>
              <a:off x="6612716" y="6573432"/>
              <a:ext cx="4190901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A: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Minho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, have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you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heard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of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Alan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Turing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?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B: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No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I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haven't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algun Gothic"/>
                  <a:ea typeface="Malgun Gothic"/>
                  <a:cs typeface="+mn-cs"/>
                </a:rPr>
                <a:t>.</a:t>
              </a:r>
              <a:endPara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endParaRPr>
            </a:p>
          </p:txBody>
        </p:sp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358F3D24-0116-F52B-96A4-C9A29E8F853A}"/>
                </a:ext>
              </a:extLst>
            </p:cNvPr>
            <p:cNvSpPr txBox="1"/>
            <p:nvPr/>
          </p:nvSpPr>
          <p:spPr>
            <a:xfrm>
              <a:off x="6962109" y="5170992"/>
              <a:ext cx="2637986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/>
                  <a:cs typeface="+mn-cs"/>
                </a:rPr>
                <a:t>정보를 알고 있을 때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13384B-208D-0651-F633-6DE848E473FE}"/>
                </a:ext>
              </a:extLst>
            </p:cNvPr>
            <p:cNvSpPr txBox="1"/>
            <p:nvPr/>
          </p:nvSpPr>
          <p:spPr>
            <a:xfrm>
              <a:off x="6624491" y="5494542"/>
              <a:ext cx="3906852" cy="46166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A: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Minho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, have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you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heard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of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Alan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srgbClr val="EC008C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Turing</a:t>
              </a:r>
              <a:r>
                <a:rPr kumimoji="0" lang="en-US" altLang="ko-KR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?</a:t>
              </a: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B: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Yes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,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I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have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.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He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was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a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computer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/>
                  <a:cs typeface="+mn-lt"/>
                </a:rPr>
                <a:t> </a:t>
              </a:r>
              <a:r>
                <a:rPr kumimoji="0" lang="ko-KR" alt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ED008D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scientist</a:t>
              </a:r>
              <a:r>
                <a: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맑은 고딕"/>
                  <a:ea typeface="맑은 고딕" panose="020F0502020204030204"/>
                  <a:cs typeface="+mn-lt"/>
                </a:rPr>
                <a:t>.</a:t>
              </a: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endParaRPr>
            </a:p>
          </p:txBody>
        </p:sp>
      </p:grpSp>
      <p:sp>
        <p:nvSpPr>
          <p:cNvPr id="15" name="TextBox 53">
            <a:extLst>
              <a:ext uri="{FF2B5EF4-FFF2-40B4-BE49-F238E27FC236}">
                <a16:creationId xmlns:a16="http://schemas.microsoft.com/office/drawing/2014/main" id="{0E187F1B-B56D-B1CB-EF96-EF0C8168544B}"/>
              </a:ext>
            </a:extLst>
          </p:cNvPr>
          <p:cNvSpPr txBox="1"/>
          <p:nvPr/>
        </p:nvSpPr>
        <p:spPr>
          <a:xfrm>
            <a:off x="7406263" y="2275144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1-2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739C095-1A1D-5D7D-E6F0-348061277C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4323" y="2321688"/>
            <a:ext cx="206712" cy="237499"/>
          </a:xfrm>
          <a:prstGeom prst="rect">
            <a:avLst/>
          </a:prstGeom>
        </p:spPr>
      </p:pic>
      <p:pic>
        <p:nvPicPr>
          <p:cNvPr id="17" name="그림 16" descr="로고, 원이(가) 표시된 사진&#10;&#10;자동 생성된 설명">
            <a:extLst>
              <a:ext uri="{FF2B5EF4-FFF2-40B4-BE49-F238E27FC236}">
                <a16:creationId xmlns:a16="http://schemas.microsoft.com/office/drawing/2014/main" id="{7966EABC-DC89-3A0D-A4D6-67BBCBDD7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523" y="3024504"/>
            <a:ext cx="422880" cy="373543"/>
          </a:xfrm>
          <a:prstGeom prst="rect">
            <a:avLst/>
          </a:prstGeom>
        </p:spPr>
      </p:pic>
      <p:sp>
        <p:nvSpPr>
          <p:cNvPr id="25" name="TextBox 53">
            <a:extLst>
              <a:ext uri="{FF2B5EF4-FFF2-40B4-BE49-F238E27FC236}">
                <a16:creationId xmlns:a16="http://schemas.microsoft.com/office/drawing/2014/main" id="{904A008B-276E-0E99-B950-981C03B4269C}"/>
              </a:ext>
            </a:extLst>
          </p:cNvPr>
          <p:cNvSpPr txBox="1"/>
          <p:nvPr/>
        </p:nvSpPr>
        <p:spPr>
          <a:xfrm>
            <a:off x="1003062" y="2948297"/>
            <a:ext cx="720871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0000"/>
                </a:highlight>
                <a:uLnTx/>
                <a:uFillTx/>
                <a:latin typeface="맑은 고딕" panose="020F0502020204030204"/>
                <a:ea typeface="맑은 고딕"/>
                <a:cs typeface="+mn-cs"/>
              </a:rPr>
              <a:t>1-1</a:t>
            </a:r>
          </a:p>
        </p:txBody>
      </p:sp>
    </p:spTree>
    <p:extLst>
      <p:ext uri="{BB962C8B-B14F-4D97-AF65-F5344CB8AC3E}">
        <p14:creationId xmlns:p14="http://schemas.microsoft.com/office/powerpoint/2010/main" val="591803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ECBD-42DA-8D0B-3935-EA14D2844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2">
            <a:extLst>
              <a:ext uri="{FF2B5EF4-FFF2-40B4-BE49-F238E27FC236}">
                <a16:creationId xmlns:a16="http://schemas.microsoft.com/office/drawing/2014/main" id="{57C1AD5D-98A0-DC68-5FD1-7783F6C8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게임하기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7EB933-3B71-C175-56AF-D8F6229DCB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21979B19-7C05-5906-56CE-83EF8D4DA0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36000" tIns="45720" rIns="36000" bIns="45720" anchor="t"/>
          <a:lstStyle/>
          <a:p>
            <a:r>
              <a:rPr lang="ko-KR" altLang="en-US">
                <a:ea typeface="맑은 고딕"/>
              </a:rPr>
              <a:t>신규 콘텐츠</a:t>
            </a:r>
            <a:endParaRPr lang="ko-KR" altLang="en-US"/>
          </a:p>
        </p:txBody>
      </p:sp>
      <p:graphicFrame>
        <p:nvGraphicFramePr>
          <p:cNvPr id="3" name="Group 57">
            <a:extLst>
              <a:ext uri="{FF2B5EF4-FFF2-40B4-BE49-F238E27FC236}">
                <a16:creationId xmlns:a16="http://schemas.microsoft.com/office/drawing/2014/main" id="{D348C3A0-4847-1783-B586-26E57A0F920B}"/>
              </a:ext>
            </a:extLst>
          </p:cNvPr>
          <p:cNvGraphicFramePr>
            <a:graphicFrameLocks/>
          </p:cNvGraphicFramePr>
          <p:nvPr/>
        </p:nvGraphicFramePr>
        <p:xfrm>
          <a:off x="8456083" y="1068917"/>
          <a:ext cx="3618956" cy="241766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421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7734">
                  <a:extLst>
                    <a:ext uri="{9D8B030D-6E8A-4147-A177-3AD203B41FA5}">
                      <a16:colId xmlns:a16="http://schemas.microsoft.com/office/drawing/2014/main" val="1534598412"/>
                    </a:ext>
                  </a:extLst>
                </a:gridCol>
              </a:tblGrid>
              <a:tr h="9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No</a:t>
                      </a: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UI Description</a:t>
                      </a:r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</a:endParaRP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511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1</a:t>
                      </a: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ts val="1300"/>
                        </a:lnSpc>
                        <a:buNone/>
                      </a:pPr>
                      <a:r>
                        <a:rPr lang="ko-KR" altLang="en-US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결과 화면</a:t>
                      </a:r>
                      <a:endParaRPr lang="en-US" altLang="ko-KR" sz="900" b="1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모든 문제를 다 풀었을 경우 결과 화면 표시</a:t>
                      </a: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각 문항의 배점에 따라 자동 계산</a:t>
                      </a: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문항 콘텐츠에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 dim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ea typeface="Malgun Gothic"/>
                        </a:rPr>
                        <a:t>처리된 화면 및 팝업 형태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ea typeface="Malgun Gothic"/>
                      </a:endParaRPr>
                    </a:p>
                    <a:p>
                      <a:pPr marL="0" lvl="0" algn="l">
                        <a:lnSpc>
                          <a:spcPts val="1300"/>
                        </a:lnSpc>
                        <a:buNone/>
                      </a:pP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0" lvl="0" algn="l">
                        <a:lnSpc>
                          <a:spcPts val="1300"/>
                        </a:lnSpc>
                        <a:buNone/>
                      </a:pPr>
                      <a:r>
                        <a:rPr lang="ko-KR" altLang="en-US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결과 화면 나오는 상황</a:t>
                      </a:r>
                      <a:endParaRPr lang="en-US" altLang="ko-KR" sz="900" b="1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84138" marR="0" lvl="0" indent="-84138" algn="l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8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번 문항 채점 완료 </a:t>
                      </a: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1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초 후 자동 노출</a:t>
                      </a: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[1-1] 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정답 리스트 및 배점</a:t>
                      </a: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[1-2] </a:t>
                      </a: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전체 점수</a:t>
                      </a: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</a:txBody>
                  <a:tcPr marL="36000" marR="36000" marT="18000" marB="1800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33784"/>
                  </a:ext>
                </a:extLst>
              </a:tr>
              <a:tr h="328800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맑은 고딕"/>
                        </a:rPr>
                        <a:t>2</a:t>
                      </a: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300"/>
                        </a:lnSpc>
                        <a:buNone/>
                      </a:pPr>
                      <a:r>
                        <a:rPr lang="en-US" altLang="ko-KR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[</a:t>
                      </a:r>
                      <a:r>
                        <a:rPr lang="en-US" altLang="ko-KR" sz="900" b="1" i="0" u="none" strike="noStrike" cap="none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닫기</a:t>
                      </a:r>
                      <a:r>
                        <a:rPr lang="en-US" altLang="ko-KR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 </a:t>
                      </a:r>
                      <a:r>
                        <a:rPr lang="en-US" altLang="ko-KR" sz="900" b="1" i="0" u="none" strike="noStrike" cap="none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버튼</a:t>
                      </a:r>
                      <a:r>
                        <a:rPr lang="en-US" altLang="ko-KR" sz="900" b="1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] </a:t>
                      </a:r>
                    </a:p>
                    <a:p>
                      <a:pPr marL="84138" lvl="0" indent="-84138" algn="l">
                        <a:lnSpc>
                          <a:spcPts val="13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클릭 시 마지막 문항으로 </a:t>
                      </a:r>
                      <a:r>
                        <a:rPr lang="ko-KR" altLang="en-US" sz="900" b="0" i="0" u="none" strike="noStrike" cap="none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돌아감</a:t>
                      </a:r>
                      <a:r>
                        <a:rPr lang="en-US" altLang="ko-KR" sz="900" b="0" i="0" u="none" strike="noStrike" cap="none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. </a:t>
                      </a:r>
                    </a:p>
                  </a:txBody>
                  <a:tcPr marL="36000" marR="36000" marT="18000" marB="1800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95548"/>
                  </a:ext>
                </a:extLst>
              </a:tr>
              <a:tr h="239323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7" marB="333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36000" marR="36000" marT="18000" marB="1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827526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F9D4C83-A499-ADEE-2790-0159A93836ED}"/>
              </a:ext>
            </a:extLst>
          </p:cNvPr>
          <p:cNvSpPr/>
          <p:nvPr/>
        </p:nvSpPr>
        <p:spPr>
          <a:xfrm>
            <a:off x="4443268" y="4078588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F0502020204030204"/>
                <a:cs typeface="+mn-lt"/>
              </a:rPr>
              <a:t>a creative painter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B267A1D-6B0E-F133-6394-4978625C0AD0}"/>
              </a:ext>
            </a:extLst>
          </p:cNvPr>
          <p:cNvSpPr/>
          <p:nvPr/>
        </p:nvSpPr>
        <p:spPr>
          <a:xfrm>
            <a:off x="4443268" y="5296407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popular baseball player</a:t>
            </a:r>
            <a:endParaRPr kumimoji="0" lang="ko-KR" alt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69FE29E-F8F6-F0F6-0E8E-DB242CAC3DF4}"/>
              </a:ext>
            </a:extLst>
          </p:cNvPr>
          <p:cNvSpPr/>
          <p:nvPr/>
        </p:nvSpPr>
        <p:spPr>
          <a:xfrm>
            <a:off x="4443268" y="4688734"/>
            <a:ext cx="2934927" cy="39190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a famous animal scientist</a:t>
            </a: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모서리가 둥근 직사각형 149">
            <a:extLst>
              <a:ext uri="{FF2B5EF4-FFF2-40B4-BE49-F238E27FC236}">
                <a16:creationId xmlns:a16="http://schemas.microsoft.com/office/drawing/2014/main" id="{242BF4F1-A89F-6154-608A-167247847917}"/>
              </a:ext>
            </a:extLst>
          </p:cNvPr>
          <p:cNvSpPr/>
          <p:nvPr/>
        </p:nvSpPr>
        <p:spPr>
          <a:xfrm>
            <a:off x="4441723" y="3450482"/>
            <a:ext cx="2890470" cy="43514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a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computer</a:t>
            </a: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/>
                <a:cs typeface="+mn-cs"/>
              </a:rPr>
              <a:t>scientist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/>
              <a:cs typeface="+mn-cs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DE2DB06E-24B3-C90E-EE48-AA231D5AA1E6}"/>
              </a:ext>
            </a:extLst>
          </p:cNvPr>
          <p:cNvGrpSpPr/>
          <p:nvPr/>
        </p:nvGrpSpPr>
        <p:grpSpPr>
          <a:xfrm>
            <a:off x="448225" y="2255992"/>
            <a:ext cx="647247" cy="364801"/>
            <a:chOff x="448225" y="2255992"/>
            <a:chExt cx="647247" cy="364801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D59B64AA-8D30-CDEE-819F-4FF4CFB9D813}"/>
                </a:ext>
              </a:extLst>
            </p:cNvPr>
            <p:cNvSpPr/>
            <p:nvPr/>
          </p:nvSpPr>
          <p:spPr>
            <a:xfrm>
              <a:off x="573479" y="2255992"/>
              <a:ext cx="431436" cy="35855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2060"/>
                </a:solidFill>
              </a:endParaRP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A008461-872F-A110-84BA-F5B8C9036543}"/>
                </a:ext>
              </a:extLst>
            </p:cNvPr>
            <p:cNvSpPr/>
            <p:nvPr/>
          </p:nvSpPr>
          <p:spPr>
            <a:xfrm>
              <a:off x="448225" y="2262240"/>
              <a:ext cx="647247" cy="358553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>
                  <a:solidFill>
                    <a:srgbClr val="002060"/>
                  </a:solidFill>
                </a:rPr>
                <a:t> 3</a:t>
              </a:r>
              <a:r>
                <a:rPr lang="ko-KR" altLang="en-US" sz="1200">
                  <a:solidFill>
                    <a:srgbClr val="002060"/>
                  </a:solidFill>
                </a:rPr>
                <a:t>점 </a:t>
              </a:r>
            </a:p>
          </p:txBody>
        </p:sp>
      </p:grpSp>
      <p:sp>
        <p:nvSpPr>
          <p:cNvPr id="64" name="화살표: 오른쪽 63">
            <a:extLst>
              <a:ext uri="{FF2B5EF4-FFF2-40B4-BE49-F238E27FC236}">
                <a16:creationId xmlns:a16="http://schemas.microsoft.com/office/drawing/2014/main" id="{43A986AC-1E91-37F7-ECB1-33FB8B836C86}"/>
              </a:ext>
            </a:extLst>
          </p:cNvPr>
          <p:cNvSpPr/>
          <p:nvPr/>
        </p:nvSpPr>
        <p:spPr>
          <a:xfrm>
            <a:off x="7696196" y="5961567"/>
            <a:ext cx="492816" cy="297584"/>
          </a:xfrm>
          <a:prstGeom prst="rightArrow">
            <a:avLst>
              <a:gd name="adj1" fmla="val 50000"/>
              <a:gd name="adj2" fmla="val 44898"/>
            </a:avLst>
          </a:prstGeom>
          <a:solidFill>
            <a:srgbClr val="8DA8EA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800" b="1" err="1">
                <a:ea typeface="맑은 고딕"/>
              </a:rPr>
              <a:t>다음</a:t>
            </a: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1BF8C8E9-A6B7-1982-1F78-405709DFD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627" y="2251325"/>
            <a:ext cx="790512" cy="309019"/>
          </a:xfrm>
          <a:prstGeom prst="rect">
            <a:avLst/>
          </a:prstGeom>
        </p:spPr>
      </p:pic>
      <p:sp>
        <p:nvSpPr>
          <p:cNvPr id="77" name="타원 76">
            <a:extLst>
              <a:ext uri="{FF2B5EF4-FFF2-40B4-BE49-F238E27FC236}">
                <a16:creationId xmlns:a16="http://schemas.microsoft.com/office/drawing/2014/main" id="{182069F7-F479-A96B-D522-60D39816A2AC}"/>
              </a:ext>
            </a:extLst>
          </p:cNvPr>
          <p:cNvSpPr/>
          <p:nvPr/>
        </p:nvSpPr>
        <p:spPr>
          <a:xfrm>
            <a:off x="2633718" y="2145383"/>
            <a:ext cx="278624" cy="27862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1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F73E9D64-145A-48A7-AB28-1385EFF59B75}"/>
              </a:ext>
            </a:extLst>
          </p:cNvPr>
          <p:cNvSpPr/>
          <p:nvPr/>
        </p:nvSpPr>
        <p:spPr>
          <a:xfrm>
            <a:off x="3073831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2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CFA2DD7B-7987-AE19-9C8E-9CE2C2A12471}"/>
              </a:ext>
            </a:extLst>
          </p:cNvPr>
          <p:cNvSpPr/>
          <p:nvPr/>
        </p:nvSpPr>
        <p:spPr>
          <a:xfrm>
            <a:off x="3513944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3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867C80C5-2E13-DBEB-C288-43F0704E3B84}"/>
              </a:ext>
            </a:extLst>
          </p:cNvPr>
          <p:cNvSpPr/>
          <p:nvPr/>
        </p:nvSpPr>
        <p:spPr>
          <a:xfrm>
            <a:off x="3954057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4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270A865F-5685-77EA-B8CA-386E170D5E75}"/>
              </a:ext>
            </a:extLst>
          </p:cNvPr>
          <p:cNvSpPr/>
          <p:nvPr/>
        </p:nvSpPr>
        <p:spPr>
          <a:xfrm>
            <a:off x="4394170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5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71F5D0-649A-80AE-B089-CDF2134349E8}"/>
              </a:ext>
            </a:extLst>
          </p:cNvPr>
          <p:cNvSpPr/>
          <p:nvPr/>
        </p:nvSpPr>
        <p:spPr>
          <a:xfrm>
            <a:off x="4834283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6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E319357-0DA0-0D05-E0D7-BBAD42255718}"/>
              </a:ext>
            </a:extLst>
          </p:cNvPr>
          <p:cNvSpPr/>
          <p:nvPr/>
        </p:nvSpPr>
        <p:spPr>
          <a:xfrm>
            <a:off x="5274396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7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185D0C7-90F3-E069-2EA3-3F395357C88C}"/>
              </a:ext>
            </a:extLst>
          </p:cNvPr>
          <p:cNvSpPr/>
          <p:nvPr/>
        </p:nvSpPr>
        <p:spPr>
          <a:xfrm>
            <a:off x="5714512" y="2145383"/>
            <a:ext cx="278624" cy="27862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8</a:t>
            </a:r>
            <a:endParaRPr lang="ko-KR" altLang="en-US" sz="1200">
              <a:solidFill>
                <a:schemeClr val="tx1"/>
              </a:solidFill>
            </a:endParaRPr>
          </a:p>
        </p:txBody>
      </p:sp>
      <p:pic>
        <p:nvPicPr>
          <p:cNvPr id="85" name="그림 84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EE25E002-DE95-AAF1-4590-1B4925EA9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180" y="2092182"/>
            <a:ext cx="399934" cy="381002"/>
          </a:xfrm>
          <a:prstGeom prst="rect">
            <a:avLst/>
          </a:prstGeom>
          <a:ln w="12700">
            <a:noFill/>
          </a:ln>
        </p:spPr>
      </p:pic>
      <p:sp>
        <p:nvSpPr>
          <p:cNvPr id="86" name="곱하기 기호 85">
            <a:extLst>
              <a:ext uri="{FF2B5EF4-FFF2-40B4-BE49-F238E27FC236}">
                <a16:creationId xmlns:a16="http://schemas.microsoft.com/office/drawing/2014/main" id="{D1D844FD-1679-3164-FF95-DCB78F90A2A0}"/>
              </a:ext>
            </a:extLst>
          </p:cNvPr>
          <p:cNvSpPr/>
          <p:nvPr/>
        </p:nvSpPr>
        <p:spPr>
          <a:xfrm>
            <a:off x="3042171" y="2055874"/>
            <a:ext cx="431436" cy="447367"/>
          </a:xfrm>
          <a:prstGeom prst="mathMultiply">
            <a:avLst>
              <a:gd name="adj1" fmla="val 13398"/>
            </a:avLst>
          </a:prstGeom>
          <a:solidFill>
            <a:srgbClr val="FF0000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6" name="그림 95" descr="원, 그래픽, 다채로움이(가) 표시된 사진&#10;&#10;자동 생성된 설명">
            <a:extLst>
              <a:ext uri="{FF2B5EF4-FFF2-40B4-BE49-F238E27FC236}">
                <a16:creationId xmlns:a16="http://schemas.microsoft.com/office/drawing/2014/main" id="{90F245B5-4253-621E-7549-9C3988D19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6836" y="2092181"/>
            <a:ext cx="399934" cy="381002"/>
          </a:xfrm>
          <a:prstGeom prst="rect">
            <a:avLst/>
          </a:prstGeom>
          <a:ln w="12700">
            <a:noFill/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C92FBC4-F42C-18EF-06C9-D987F9CB18C9}"/>
              </a:ext>
            </a:extLst>
          </p:cNvPr>
          <p:cNvSpPr/>
          <p:nvPr/>
        </p:nvSpPr>
        <p:spPr>
          <a:xfrm>
            <a:off x="500647" y="1923068"/>
            <a:ext cx="7817147" cy="4410933"/>
          </a:xfrm>
          <a:prstGeom prst="rect">
            <a:avLst/>
          </a:prstGeom>
          <a:solidFill>
            <a:schemeClr val="tx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594DF93-978E-3075-9C0A-70EAB9660BC2}"/>
              </a:ext>
            </a:extLst>
          </p:cNvPr>
          <p:cNvSpPr/>
          <p:nvPr/>
        </p:nvSpPr>
        <p:spPr>
          <a:xfrm>
            <a:off x="3547924" y="2399276"/>
            <a:ext cx="167584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4000" b="1">
                <a:solidFill>
                  <a:schemeClr val="accent1">
                    <a:lumMod val="40000"/>
                    <a:lumOff val="60000"/>
                  </a:schemeClr>
                </a:solidFill>
              </a:rPr>
              <a:t>Result</a:t>
            </a:r>
            <a:endParaRPr lang="ko-KR" altLang="en-US" sz="4000" b="1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4B591D3-A8E5-92BB-9798-3D7763624C2B}"/>
              </a:ext>
            </a:extLst>
          </p:cNvPr>
          <p:cNvSpPr/>
          <p:nvPr/>
        </p:nvSpPr>
        <p:spPr>
          <a:xfrm>
            <a:off x="1432874" y="2931736"/>
            <a:ext cx="5942753" cy="2655993"/>
          </a:xfrm>
          <a:prstGeom prst="roundRect">
            <a:avLst>
              <a:gd name="adj" fmla="val 113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2">
            <a:extLst>
              <a:ext uri="{FF2B5EF4-FFF2-40B4-BE49-F238E27FC236}">
                <a16:creationId xmlns:a16="http://schemas.microsoft.com/office/drawing/2014/main" id="{6568332D-ECD6-177D-08B9-6BC5ABAA84B4}"/>
              </a:ext>
            </a:extLst>
          </p:cNvPr>
          <p:cNvSpPr/>
          <p:nvPr/>
        </p:nvSpPr>
        <p:spPr>
          <a:xfrm>
            <a:off x="4129867" y="3437624"/>
            <a:ext cx="2523692" cy="149355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0" b="1">
                <a:solidFill>
                  <a:srgbClr val="00B050"/>
                </a:solidFill>
              </a:rPr>
              <a:t>12</a:t>
            </a:r>
            <a:endParaRPr lang="ko-KR" altLang="en-US" sz="6000" b="1">
              <a:solidFill>
                <a:srgbClr val="00B05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ADA680E-E568-83E4-DE25-D7D81815CD62}"/>
              </a:ext>
            </a:extLst>
          </p:cNvPr>
          <p:cNvSpPr/>
          <p:nvPr/>
        </p:nvSpPr>
        <p:spPr>
          <a:xfrm>
            <a:off x="4279501" y="3496349"/>
            <a:ext cx="7748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>
                <a:solidFill>
                  <a:srgbClr val="FFFF00"/>
                </a:solidFill>
              </a:rPr>
              <a:t>Total</a:t>
            </a:r>
            <a:endParaRPr lang="ko-KR" altLang="en-US" sz="2000" b="1">
              <a:solidFill>
                <a:srgbClr val="FFFF00"/>
              </a:solidFill>
            </a:endParaRPr>
          </a:p>
        </p:txBody>
      </p:sp>
      <p:pic>
        <p:nvPicPr>
          <p:cNvPr id="39" name="Picture 4">
            <a:extLst>
              <a:ext uri="{FF2B5EF4-FFF2-40B4-BE49-F238E27FC236}">
                <a16:creationId xmlns:a16="http://schemas.microsoft.com/office/drawing/2014/main" id="{30F86ED3-E738-A909-1801-FFE7600DA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008" y="4575720"/>
            <a:ext cx="1557380" cy="114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05C91EA-C32C-E45A-650E-749E299D4901}"/>
              </a:ext>
            </a:extLst>
          </p:cNvPr>
          <p:cNvSpPr txBox="1"/>
          <p:nvPr/>
        </p:nvSpPr>
        <p:spPr>
          <a:xfrm>
            <a:off x="1998850" y="3465559"/>
            <a:ext cx="1872261" cy="27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425"/>
              </a:lnSpc>
            </a:pPr>
            <a:r>
              <a:rPr lang="en-US" altLang="ko-KR" sz="1200">
                <a:effectLst/>
                <a:latin typeface="Malgun Gothic"/>
              </a:rPr>
              <a:t>Alan Turing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9301DED1-668D-9E2D-2F42-2D3208C1D8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9285" y="3481331"/>
            <a:ext cx="228632" cy="22863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C606546-08EE-632B-4E20-9932EBE9CA75}"/>
              </a:ext>
            </a:extLst>
          </p:cNvPr>
          <p:cNvSpPr txBox="1"/>
          <p:nvPr/>
        </p:nvSpPr>
        <p:spPr>
          <a:xfrm>
            <a:off x="1982237" y="3833534"/>
            <a:ext cx="1872261" cy="27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425"/>
              </a:lnSpc>
            </a:pPr>
            <a:r>
              <a:rPr lang="af-ZA" altLang="ko-KR" sz="1200">
                <a:effectLst/>
                <a:ea typeface="맑은 고딕"/>
              </a:rPr>
              <a:t>Jane Goodall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BBDE85-5386-FCBF-BCA4-06624A140A0D}"/>
              </a:ext>
            </a:extLst>
          </p:cNvPr>
          <p:cNvSpPr txBox="1"/>
          <p:nvPr/>
        </p:nvSpPr>
        <p:spPr>
          <a:xfrm>
            <a:off x="1990912" y="4184885"/>
            <a:ext cx="1872261" cy="27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425"/>
              </a:lnSpc>
            </a:pPr>
            <a:r>
              <a:rPr lang="en-US" altLang="ko-KR" sz="1200">
                <a:effectLst/>
                <a:latin typeface="Malgun Gothic"/>
              </a:rPr>
              <a:t>Nelson Mandela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EE38A8-74F0-E40F-75A2-CFBE235C0975}"/>
              </a:ext>
            </a:extLst>
          </p:cNvPr>
          <p:cNvSpPr txBox="1"/>
          <p:nvPr/>
        </p:nvSpPr>
        <p:spPr>
          <a:xfrm>
            <a:off x="1990911" y="4528837"/>
            <a:ext cx="1872261" cy="27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425"/>
              </a:lnSpc>
            </a:pPr>
            <a:r>
              <a:rPr lang="af-ZA" altLang="ko-KR" sz="1200">
                <a:effectLst/>
                <a:ea typeface="맑은 고딕"/>
              </a:rPr>
              <a:t>Jane Austen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EB7AFF7-78A2-FD16-28BD-F851AD17BE37}"/>
              </a:ext>
            </a:extLst>
          </p:cNvPr>
          <p:cNvSpPr txBox="1"/>
          <p:nvPr/>
        </p:nvSpPr>
        <p:spPr>
          <a:xfrm>
            <a:off x="1964842" y="4902484"/>
            <a:ext cx="1872261" cy="27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425"/>
              </a:lnSpc>
            </a:pPr>
            <a:r>
              <a:rPr lang="af-ZA" altLang="ko-KR" sz="1200">
                <a:effectLst/>
                <a:ea typeface="맑은 고딕"/>
              </a:rPr>
              <a:t>Jackie Robinson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3057281C-8EA7-2B07-3CAA-35F2F0BDEA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9484" y="3839206"/>
            <a:ext cx="224010" cy="215394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270D0A7F-8D57-17DE-7356-5C25FBCB7F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176" y="4192630"/>
            <a:ext cx="224010" cy="21539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105B17B9-E225-0249-046D-D5E9322074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176" y="4931176"/>
            <a:ext cx="224010" cy="215394"/>
          </a:xfrm>
          <a:prstGeom prst="rect">
            <a:avLst/>
          </a:prstGeom>
        </p:spPr>
      </p:pic>
      <p:sp>
        <p:nvSpPr>
          <p:cNvPr id="49" name="모서리가 둥근 직사각형 32">
            <a:extLst>
              <a:ext uri="{FF2B5EF4-FFF2-40B4-BE49-F238E27FC236}">
                <a16:creationId xmlns:a16="http://schemas.microsoft.com/office/drawing/2014/main" id="{38E87778-346A-EEE3-9326-4DC4D015C423}"/>
              </a:ext>
            </a:extLst>
          </p:cNvPr>
          <p:cNvSpPr/>
          <p:nvPr/>
        </p:nvSpPr>
        <p:spPr>
          <a:xfrm>
            <a:off x="1427204" y="3183899"/>
            <a:ext cx="1305495" cy="251942"/>
          </a:xfrm>
          <a:prstGeom prst="roundRect">
            <a:avLst>
              <a:gd name="adj" fmla="val 6331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tx1">
                    <a:lumMod val="50000"/>
                    <a:lumOff val="50000"/>
                  </a:schemeClr>
                </a:solidFill>
              </a:rPr>
              <a:t>List</a:t>
            </a:r>
            <a:endParaRPr lang="ko-KR" altLang="en-US" sz="15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AE038C36-7D96-A2F7-4064-CEBD0BE0ECED}"/>
              </a:ext>
            </a:extLst>
          </p:cNvPr>
          <p:cNvSpPr/>
          <p:nvPr/>
        </p:nvSpPr>
        <p:spPr>
          <a:xfrm>
            <a:off x="7940206" y="2214105"/>
            <a:ext cx="230833" cy="230833"/>
          </a:xfrm>
          <a:prstGeom prst="ellipse">
            <a:avLst/>
          </a:prstGeom>
          <a:solidFill>
            <a:srgbClr val="80B4FD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>
                    <a:lumMod val="95000"/>
                  </a:schemeClr>
                </a:solidFill>
              </a:rPr>
              <a:t>X</a:t>
            </a:r>
            <a:endParaRPr lang="ko-KR" altLang="en-US" sz="1200" b="1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BDF2594-51AC-A95F-981A-38B38B551858}"/>
              </a:ext>
            </a:extLst>
          </p:cNvPr>
          <p:cNvGrpSpPr/>
          <p:nvPr/>
        </p:nvGrpSpPr>
        <p:grpSpPr>
          <a:xfrm>
            <a:off x="8005081" y="1959408"/>
            <a:ext cx="257175" cy="257699"/>
            <a:chOff x="1280226" y="3282167"/>
            <a:chExt cx="257175" cy="257699"/>
          </a:xfrm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3C0DBAA8-594C-3F99-3D54-7E63A46E4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80226" y="3282691"/>
              <a:ext cx="257175" cy="257175"/>
            </a:xfrm>
            <a:prstGeom prst="rect">
              <a:avLst/>
            </a:prstGeom>
          </p:spPr>
        </p:pic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BB4CEBEF-0F94-7A73-4808-E21F49EDEB9A}"/>
                </a:ext>
              </a:extLst>
            </p:cNvPr>
            <p:cNvSpPr txBox="1"/>
            <p:nvPr/>
          </p:nvSpPr>
          <p:spPr>
            <a:xfrm>
              <a:off x="1288083" y="3282167"/>
              <a:ext cx="235963" cy="2308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900" b="1">
                  <a:ea typeface="맑은 고딕"/>
                </a:rPr>
                <a:t>3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2562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40261-87D7-7F6B-FA65-897B60F5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2">
            <a:extLst>
              <a:ext uri="{FF2B5EF4-FFF2-40B4-BE49-F238E27FC236}">
                <a16:creationId xmlns:a16="http://schemas.microsoft.com/office/drawing/2014/main" id="{3A777152-213F-2089-EA1A-E0BF67B9C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대체텍스트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896D868-A26F-FFF3-34F3-2BDA0244A9E1}"/>
              </a:ext>
            </a:extLst>
          </p:cNvPr>
          <p:cNvGraphicFramePr>
            <a:graphicFrameLocks noGrp="1"/>
          </p:cNvGraphicFramePr>
          <p:nvPr/>
        </p:nvGraphicFramePr>
        <p:xfrm>
          <a:off x="329937" y="907988"/>
          <a:ext cx="11547836" cy="5612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8484">
                  <a:extLst>
                    <a:ext uri="{9D8B030D-6E8A-4147-A177-3AD203B41FA5}">
                      <a16:colId xmlns:a16="http://schemas.microsoft.com/office/drawing/2014/main" val="2530330605"/>
                    </a:ext>
                  </a:extLst>
                </a:gridCol>
                <a:gridCol w="3775434">
                  <a:extLst>
                    <a:ext uri="{9D8B030D-6E8A-4147-A177-3AD203B41FA5}">
                      <a16:colId xmlns:a16="http://schemas.microsoft.com/office/drawing/2014/main" val="4267816870"/>
                    </a:ext>
                  </a:extLst>
                </a:gridCol>
                <a:gridCol w="1956063">
                  <a:extLst>
                    <a:ext uri="{9D8B030D-6E8A-4147-A177-3AD203B41FA5}">
                      <a16:colId xmlns:a16="http://schemas.microsoft.com/office/drawing/2014/main" val="3517235868"/>
                    </a:ext>
                  </a:extLst>
                </a:gridCol>
                <a:gridCol w="3817855">
                  <a:extLst>
                    <a:ext uri="{9D8B030D-6E8A-4147-A177-3AD203B41FA5}">
                      <a16:colId xmlns:a16="http://schemas.microsoft.com/office/drawing/2014/main" val="82212051"/>
                    </a:ext>
                  </a:extLst>
                </a:gridCol>
              </a:tblGrid>
              <a:tr h="2797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이미지</a:t>
                      </a:r>
                      <a:r>
                        <a:rPr lang="en-US" altLang="ko-KR" sz="1200" b="1"/>
                        <a:t>(</a:t>
                      </a:r>
                      <a:r>
                        <a:rPr lang="ko-KR" altLang="en-US" sz="1200" b="1"/>
                        <a:t>버튼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대체 텍스트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이미지</a:t>
                      </a:r>
                      <a:r>
                        <a:rPr lang="en-US" altLang="ko-KR" sz="1200" b="1"/>
                        <a:t>(</a:t>
                      </a:r>
                      <a:r>
                        <a:rPr lang="ko-KR" altLang="en-US" sz="1200" b="1"/>
                        <a:t>버튼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/>
                        <a:t>대체 텍스트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620022"/>
                  </a:ext>
                </a:extLst>
              </a:tr>
              <a:tr h="666537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각 인물 이미지</a:t>
                      </a:r>
                      <a:r>
                        <a:rPr lang="en-US" altLang="ko-KR" sz="100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&lt;</a:t>
                      </a:r>
                      <a:r>
                        <a:rPr lang="ko-KR" altLang="en-US" sz="1000"/>
                        <a:t>인물 이름 텍스트</a:t>
                      </a:r>
                      <a:r>
                        <a:rPr lang="en-US" altLang="ko-KR" sz="1000"/>
                        <a:t>&gt;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/>
                        <a:t>Alan Turing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050"/>
                        </a:lnSpc>
                      </a:pPr>
                      <a: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50" charset="-127"/>
                        </a:rPr>
                        <a:t>버튼 비활성화 상태</a:t>
                      </a:r>
                      <a: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)​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rtl="0" fontAlgn="base">
                        <a:lnSpc>
                          <a:spcPts val="1050"/>
                        </a:lnSpc>
                      </a:pPr>
                      <a:r>
                        <a:rPr lang="ko-KR" altLang="en-US" sz="1000" b="1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50" charset="-127"/>
                        </a:rPr>
                        <a:t>공통</a:t>
                      </a:r>
                      <a:r>
                        <a:rPr lang="en-US" altLang="ko-KR" sz="1000" b="1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:: </a:t>
                      </a:r>
                      <a:r>
                        <a:rPr lang="ko-KR" altLang="en-US" sz="1000" b="1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50" charset="-127"/>
                        </a:rPr>
                        <a:t>탭 접근 불가</a:t>
                      </a:r>
                      <a:r>
                        <a:rPr lang="en-US" altLang="ko-KR" sz="1000" b="1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000" b="1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50" charset="-127"/>
                        </a:rPr>
                        <a:t>대체 텍스트 지원 없음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​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499887"/>
                  </a:ext>
                </a:extLst>
              </a:tr>
              <a:tr h="666537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선택 전</a:t>
                      </a:r>
                      <a:r>
                        <a:rPr lang="en-US" altLang="ko-KR" sz="1000"/>
                        <a:t>) </a:t>
                      </a:r>
                    </a:p>
                    <a:p>
                      <a:pPr latinLnBrk="1"/>
                      <a:r>
                        <a:rPr lang="en-US" altLang="ko-KR" sz="1000"/>
                        <a:t>&lt;</a:t>
                      </a:r>
                      <a:r>
                        <a:rPr lang="ko-KR" altLang="en-US" sz="1000"/>
                        <a:t>인물 이름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설명 보기</a:t>
                      </a:r>
                      <a:r>
                        <a:rPr lang="en-US" altLang="ko-KR" sz="1000"/>
                        <a:t>&gt;</a:t>
                      </a:r>
                    </a:p>
                    <a:p>
                      <a:pPr latinLnBrk="1"/>
                      <a:r>
                        <a:rPr lang="en-US" altLang="ko-KR" sz="1000"/>
                        <a:t>Alan Turing </a:t>
                      </a:r>
                      <a:r>
                        <a:rPr lang="ko-KR" altLang="en-US" sz="1000"/>
                        <a:t>설명 보기</a:t>
                      </a:r>
                      <a:endParaRPr lang="en-US" altLang="ko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050"/>
                        </a:lnSpc>
                      </a:pPr>
                      <a: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50" charset="-127"/>
                        </a:rPr>
                        <a:t>버튼 활성화 상태</a:t>
                      </a:r>
                      <a: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)​</a:t>
                      </a:r>
                      <a:b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</a:br>
                      <a: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&lt;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50" charset="-127"/>
                        </a:rPr>
                        <a:t>각 번호 </a:t>
                      </a:r>
                      <a: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+ 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50" charset="-127"/>
                        </a:rPr>
                        <a:t>문제 보기</a:t>
                      </a:r>
                      <a: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&gt;​</a:t>
                      </a:r>
                      <a:b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</a:br>
                      <a: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1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ea typeface="Malgun Gothic" panose="020B0503020000020004" pitchFamily="50" charset="-127"/>
                        </a:rPr>
                        <a:t>번 문제 보기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  <a:latin typeface="Malgun Gothic" panose="020B0503020000020004" pitchFamily="50" charset="-127"/>
                        </a:rPr>
                        <a:t>​</a:t>
                      </a:r>
                      <a:endParaRPr lang="ko-KR" alt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00104"/>
                  </a:ext>
                </a:extLst>
              </a:tr>
              <a:tr h="666537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선택 후</a:t>
                      </a:r>
                      <a:r>
                        <a:rPr lang="en-US" altLang="ko-KR" sz="1000"/>
                        <a:t>: </a:t>
                      </a:r>
                      <a:r>
                        <a:rPr lang="ko-KR" altLang="en-US" sz="1000"/>
                        <a:t>한글 설명 표시 상태</a:t>
                      </a:r>
                      <a:r>
                        <a:rPr lang="en-US" altLang="ko-KR" sz="1000"/>
                        <a:t>)</a:t>
                      </a:r>
                    </a:p>
                    <a:p>
                      <a:pPr latinLnBrk="1"/>
                      <a:r>
                        <a:rPr lang="ko-KR" altLang="en-US" sz="1000"/>
                        <a:t>설명 닫기</a:t>
                      </a:r>
                      <a:endParaRPr lang="en-US" altLang="ko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050"/>
                        </a:lnSpc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</a:rPr>
                        <a:t>예시 대화 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279622"/>
                  </a:ext>
                </a:extLst>
              </a:tr>
              <a:tr h="666537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버튼 비 활성화 상태</a:t>
                      </a:r>
                      <a:r>
                        <a:rPr lang="en-US" altLang="ko-KR" sz="1000"/>
                        <a:t>)</a:t>
                      </a:r>
                    </a:p>
                    <a:p>
                      <a:pPr latinLnBrk="1"/>
                      <a:r>
                        <a:rPr lang="ko-KR" altLang="en-US" sz="1000" b="1"/>
                        <a:t>공통</a:t>
                      </a:r>
                      <a:r>
                        <a:rPr lang="en-US" altLang="ko-KR" sz="1000" b="1"/>
                        <a:t>:: </a:t>
                      </a:r>
                      <a:r>
                        <a:rPr lang="ko-KR" altLang="en-US" sz="1000" b="1"/>
                        <a:t>탭 접근 불가</a:t>
                      </a:r>
                      <a:r>
                        <a:rPr lang="en-US" altLang="ko-KR" sz="1000" b="1"/>
                        <a:t>, </a:t>
                      </a:r>
                      <a:r>
                        <a:rPr lang="ko-KR" altLang="en-US" sz="1000" b="1"/>
                        <a:t>대체 텍스트 지원 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050"/>
                        </a:lnSpc>
                      </a:pPr>
                      <a: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</a:rPr>
                        <a:t>예시 대화 팝업</a:t>
                      </a:r>
                      <a:r>
                        <a:rPr lang="en-US" altLang="ko-KR" sz="1000" b="0" i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</a:p>
                    <a:p>
                      <a:pPr algn="l" rtl="0" fontAlgn="base">
                        <a:lnSpc>
                          <a:spcPts val="1050"/>
                        </a:lnSpc>
                      </a:pPr>
                      <a:r>
                        <a:rPr lang="ko-KR" altLang="en-US" sz="1000" b="0" i="0">
                          <a:solidFill>
                            <a:srgbClr val="000000"/>
                          </a:solidFill>
                          <a:effectLst/>
                        </a:rPr>
                        <a:t>예시 대화 닫기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6252130"/>
                  </a:ext>
                </a:extLst>
              </a:tr>
              <a:tr h="666537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버튼 활성화 상태</a:t>
                      </a:r>
                      <a:r>
                        <a:rPr lang="en-US" altLang="ko-KR" sz="1000"/>
                        <a:t>)</a:t>
                      </a:r>
                    </a:p>
                    <a:p>
                      <a:pPr latinLnBrk="1"/>
                      <a:r>
                        <a:rPr lang="ko-KR" altLang="en-US" sz="1000"/>
                        <a:t>이전 선택지 보기 </a:t>
                      </a:r>
                      <a:r>
                        <a:rPr lang="en-US" altLang="ko-KR" sz="1000"/>
                        <a:t>// </a:t>
                      </a:r>
                      <a:r>
                        <a:rPr lang="ko-KR" altLang="en-US" sz="1000"/>
                        <a:t>다음 선택지 보기</a:t>
                      </a:r>
                      <a:endParaRPr lang="en-US" altLang="ko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/>
                        <a:t>음성 재생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4422684"/>
                  </a:ext>
                </a:extLst>
              </a:tr>
              <a:tr h="666537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/>
                        <a:t>다음 문제 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결과 팝업</a:t>
                      </a:r>
                      <a:r>
                        <a:rPr lang="en-US" altLang="ko-KR" sz="1000"/>
                        <a:t>)</a:t>
                      </a:r>
                    </a:p>
                    <a:p>
                      <a:pPr latinLnBrk="1"/>
                      <a:r>
                        <a:rPr lang="ko-KR" altLang="en-US" sz="1000"/>
                        <a:t>문제 보기</a:t>
                      </a:r>
                      <a:endParaRPr lang="en-US" altLang="ko-KR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546851"/>
                  </a:ext>
                </a:extLst>
              </a:tr>
              <a:tr h="666537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/>
                        <a:t>정답입니다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선택지 선택 전</a:t>
                      </a:r>
                      <a:r>
                        <a:rPr lang="en-US" altLang="ko-KR" sz="1000"/>
                        <a:t>)</a:t>
                      </a:r>
                    </a:p>
                    <a:p>
                      <a:pPr latinLnBrk="1"/>
                      <a:r>
                        <a:rPr lang="en-US" altLang="ko-KR" sz="1000"/>
                        <a:t>&lt;</a:t>
                      </a:r>
                      <a:r>
                        <a:rPr lang="ko-KR" altLang="en-US" sz="1000"/>
                        <a:t>텍스트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선택</a:t>
                      </a:r>
                      <a:r>
                        <a:rPr lang="en-US" altLang="ko-KR" sz="1000"/>
                        <a:t>&gt;</a:t>
                      </a:r>
                    </a:p>
                    <a:p>
                      <a:pPr latinLnBrk="1"/>
                      <a:r>
                        <a:rPr lang="en-US" altLang="ko-KR" sz="1000"/>
                        <a:t>a creative painter </a:t>
                      </a:r>
                      <a:r>
                        <a:rPr lang="ko-KR" altLang="en-US" sz="1000"/>
                        <a:t>선택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4554687"/>
                  </a:ext>
                </a:extLst>
              </a:tr>
              <a:tr h="666537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/>
                        <a:t>오답입니다</a:t>
                      </a:r>
                      <a:r>
                        <a:rPr lang="en-US" altLang="ko-KR" sz="1000"/>
                        <a:t>.</a:t>
                      </a:r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/>
                        <a:t>(</a:t>
                      </a:r>
                      <a:r>
                        <a:rPr lang="ko-KR" altLang="en-US" sz="1000"/>
                        <a:t>선택지 선택 후</a:t>
                      </a:r>
                      <a:r>
                        <a:rPr lang="en-US" altLang="ko-KR" sz="1000"/>
                        <a:t>)</a:t>
                      </a:r>
                    </a:p>
                    <a:p>
                      <a:pPr latinLnBrk="1"/>
                      <a:r>
                        <a:rPr lang="en-US" altLang="ko-KR" sz="1000"/>
                        <a:t>&lt;</a:t>
                      </a:r>
                      <a:r>
                        <a:rPr lang="ko-KR" altLang="en-US" sz="1000"/>
                        <a:t>텍스트 </a:t>
                      </a:r>
                      <a:r>
                        <a:rPr lang="en-US" altLang="ko-KR" sz="1000"/>
                        <a:t>+ </a:t>
                      </a:r>
                      <a:r>
                        <a:rPr lang="ko-KR" altLang="en-US" sz="1000"/>
                        <a:t>선택 됨</a:t>
                      </a:r>
                      <a:r>
                        <a:rPr lang="en-US" altLang="ko-KR" sz="1000"/>
                        <a:t>&gt;</a:t>
                      </a:r>
                    </a:p>
                    <a:p>
                      <a:pPr latinLnBrk="1"/>
                      <a:r>
                        <a:rPr lang="en-US" altLang="ko-KR" sz="1000"/>
                        <a:t>A computer scientist </a:t>
                      </a:r>
                      <a:r>
                        <a:rPr lang="ko-KR" altLang="en-US" sz="1000"/>
                        <a:t>선택됨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8995"/>
                  </a:ext>
                </a:extLst>
              </a:tr>
            </a:tbl>
          </a:graphicData>
        </a:graphic>
      </p:graphicFrame>
      <p:pic>
        <p:nvPicPr>
          <p:cNvPr id="51" name="그림 50">
            <a:extLst>
              <a:ext uri="{FF2B5EF4-FFF2-40B4-BE49-F238E27FC236}">
                <a16:creationId xmlns:a16="http://schemas.microsoft.com/office/drawing/2014/main" id="{777C38AB-2EE3-28A3-3B2B-BE85F1C247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0856" t="4502" r="13261" b="12442"/>
          <a:stretch/>
        </p:blipFill>
        <p:spPr>
          <a:xfrm rot="16200000">
            <a:off x="871032" y="3344204"/>
            <a:ext cx="226611" cy="413772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7CE8CDB2-A003-1745-3923-C282B7DD9B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0856" t="4502" r="13261" b="12442"/>
          <a:stretch/>
        </p:blipFill>
        <p:spPr>
          <a:xfrm rot="5400000">
            <a:off x="1479600" y="3346350"/>
            <a:ext cx="226736" cy="414000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173F689-D06B-8136-C283-4C4AC71197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856" t="4502" r="13261" b="12442"/>
          <a:stretch/>
        </p:blipFill>
        <p:spPr>
          <a:xfrm rot="16200000">
            <a:off x="891622" y="3978427"/>
            <a:ext cx="226611" cy="413772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74CDECBA-3692-C087-0CFF-C2929E5F56D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856" t="4502" r="13261" b="12442"/>
          <a:stretch/>
        </p:blipFill>
        <p:spPr>
          <a:xfrm rot="5400000">
            <a:off x="1500190" y="3980573"/>
            <a:ext cx="226736" cy="414000"/>
          </a:xfrm>
          <a:prstGeom prst="rect">
            <a:avLst/>
          </a:prstGeom>
          <a:effectLst>
            <a:outerShdw blurRad="76200" dist="12700" dir="4020000" sx="110000" sy="110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43D7CAB-3CC8-F973-BCA9-3E4E6C8233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702" y="5359706"/>
            <a:ext cx="465382" cy="447367"/>
          </a:xfrm>
          <a:prstGeom prst="rect">
            <a:avLst/>
          </a:prstGeom>
        </p:spPr>
      </p:pic>
      <p:pic>
        <p:nvPicPr>
          <p:cNvPr id="1026" name="Picture 2" descr="인간의 얼굴, 사람, 의류, 만화 영화이(가) 표시된 사진&#10;&#10;자동 생성된 설명">
            <a:extLst>
              <a:ext uri="{FF2B5EF4-FFF2-40B4-BE49-F238E27FC236}">
                <a16:creationId xmlns:a16="http://schemas.microsoft.com/office/drawing/2014/main" id="{0997D13E-3D92-51AA-9CB2-DC0A60ABF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702" y="1274610"/>
            <a:ext cx="421898" cy="421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4AAC265-2080-8DDC-6CDB-C897BEC420C0}"/>
              </a:ext>
            </a:extLst>
          </p:cNvPr>
          <p:cNvSpPr/>
          <p:nvPr/>
        </p:nvSpPr>
        <p:spPr>
          <a:xfrm>
            <a:off x="6911402" y="1346247"/>
            <a:ext cx="278624" cy="27862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>
                <a:solidFill>
                  <a:schemeClr val="tx1"/>
                </a:solidFill>
              </a:rPr>
              <a:t>8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6CD69C5-3B50-60C5-1A98-8388DB1BFADE}"/>
              </a:ext>
            </a:extLst>
          </p:cNvPr>
          <p:cNvSpPr/>
          <p:nvPr/>
        </p:nvSpPr>
        <p:spPr>
          <a:xfrm>
            <a:off x="6911402" y="2097994"/>
            <a:ext cx="278624" cy="27862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1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30B2AB9-8797-C993-C5E1-17A1914814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951" y="4660807"/>
            <a:ext cx="628650" cy="34290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EAC65F1-9A5A-CC1F-D830-15207CAAA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151" y="2644953"/>
            <a:ext cx="1047750" cy="40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CA55404-E931-7D80-B216-1E79A4532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876" y="3313574"/>
            <a:ext cx="44767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로고, 원이(가) 표시된 사진&#10;&#10;자동 생성된 설명">
            <a:extLst>
              <a:ext uri="{FF2B5EF4-FFF2-40B4-BE49-F238E27FC236}">
                <a16:creationId xmlns:a16="http://schemas.microsoft.com/office/drawing/2014/main" id="{66270487-6CD1-C518-9CC3-1D72164B6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963" y="3931921"/>
            <a:ext cx="571500" cy="50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3D9BAD3A-071D-5EEF-A517-2C6C064FA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9285" y="4675421"/>
            <a:ext cx="447675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13DF41B-0961-BC3F-27B4-7CD0F124B53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8487" y="5355534"/>
            <a:ext cx="1901298" cy="31243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937AE90-DAC3-34B5-AA4B-13971B55A0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3728" y="6078893"/>
            <a:ext cx="1870816" cy="33529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C200FAF-56AD-D762-16BF-A0A9257B5C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1902" y="1900368"/>
            <a:ext cx="409575" cy="47625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05C4183-667E-48A8-E53A-A8D453897F4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1373" y="2599346"/>
            <a:ext cx="409575" cy="476250"/>
          </a:xfrm>
          <a:prstGeom prst="rect">
            <a:avLst/>
          </a:prstGeom>
        </p:spPr>
      </p:pic>
      <p:sp>
        <p:nvSpPr>
          <p:cNvPr id="29" name="곱하기 기호 28">
            <a:extLst>
              <a:ext uri="{FF2B5EF4-FFF2-40B4-BE49-F238E27FC236}">
                <a16:creationId xmlns:a16="http://schemas.microsoft.com/office/drawing/2014/main" id="{A98DACF3-DC8A-83E3-119D-65576E8C0EC7}"/>
              </a:ext>
            </a:extLst>
          </p:cNvPr>
          <p:cNvSpPr/>
          <p:nvPr/>
        </p:nvSpPr>
        <p:spPr>
          <a:xfrm>
            <a:off x="1100041" y="6028956"/>
            <a:ext cx="431436" cy="447367"/>
          </a:xfrm>
          <a:prstGeom prst="mathMultiply">
            <a:avLst>
              <a:gd name="adj1" fmla="val 13398"/>
            </a:avLst>
          </a:prstGeom>
          <a:solidFill>
            <a:srgbClr val="FF0000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77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F429-F622-2D8C-C1F8-0B5F7986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2">
            <a:extLst>
              <a:ext uri="{FF2B5EF4-FFF2-40B4-BE49-F238E27FC236}">
                <a16:creationId xmlns:a16="http://schemas.microsoft.com/office/drawing/2014/main" id="{B825E7C6-C955-EA80-89FD-D9937188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>
                <a:solidFill>
                  <a:srgbClr val="384F5F"/>
                </a:solidFill>
                <a:latin typeface="Malgun Gothic"/>
                <a:ea typeface="Malgun Gothic"/>
                <a:cs typeface="Arial"/>
              </a:rPr>
              <a:t>결과보내기</a:t>
            </a:r>
            <a:endParaRPr lang="ko-KR" altLang="en-US" sz="2400">
              <a:solidFill>
                <a:srgbClr val="000000"/>
              </a:solidFill>
              <a:latin typeface="Malgun Gothic"/>
              <a:ea typeface="Malgun Gothic"/>
              <a:cs typeface="Arial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F03FC7-3474-D0D2-5216-E511393996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2677139D-82D2-D9FA-F038-BE93DCA37E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36000" tIns="45720" rIns="36000" bIns="45720" anchor="t"/>
          <a:lstStyle/>
          <a:p>
            <a:r>
              <a:rPr lang="ko-KR" altLang="en-US">
                <a:ea typeface="맑은 고딕"/>
              </a:rPr>
              <a:t>신규 콘텐츠</a:t>
            </a:r>
            <a:endParaRPr lang="ko-KR" altLang="en-US"/>
          </a:p>
        </p:txBody>
      </p:sp>
      <p:sp>
        <p:nvSpPr>
          <p:cNvPr id="16" name="텍스트 개체 틀 12">
            <a:extLst>
              <a:ext uri="{FF2B5EF4-FFF2-40B4-BE49-F238E27FC236}">
                <a16:creationId xmlns:a16="http://schemas.microsoft.com/office/drawing/2014/main" id="{D0894191-831E-2771-0DD7-9BA52352D5E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36000" tIns="45720" rIns="36000" bIns="45720" anchor="t"/>
          <a:lstStyle/>
          <a:p>
            <a:r>
              <a:rPr lang="ko-KR" altLang="en-US">
                <a:ea typeface="맑은 고딕"/>
              </a:rPr>
              <a:t>202</a:t>
            </a:r>
            <a:r>
              <a:rPr lang="en-US" altLang="ko-KR">
                <a:ea typeface="맑은 고딕"/>
              </a:rPr>
              <a:t>5</a:t>
            </a:r>
            <a:r>
              <a:rPr lang="ko-KR" altLang="en-US">
                <a:ea typeface="맑은 고딕"/>
              </a:rPr>
              <a:t>.</a:t>
            </a:r>
            <a:r>
              <a:rPr lang="en-US" altLang="ko-KR">
                <a:ea typeface="맑은 고딕"/>
              </a:rPr>
              <a:t>01</a:t>
            </a:r>
            <a:r>
              <a:rPr lang="ko-KR" altLang="en-US">
                <a:ea typeface="맑은 고딕"/>
              </a:rPr>
              <a:t>.0</a:t>
            </a:r>
            <a:r>
              <a:rPr lang="en-US" altLang="ko-KR">
                <a:ea typeface="맑은 고딕"/>
              </a:rPr>
              <a:t>9</a:t>
            </a:r>
            <a:endParaRPr lang="ko-KR" altLang="en-US"/>
          </a:p>
        </p:txBody>
      </p:sp>
      <p:graphicFrame>
        <p:nvGraphicFramePr>
          <p:cNvPr id="3" name="Group 57">
            <a:extLst>
              <a:ext uri="{FF2B5EF4-FFF2-40B4-BE49-F238E27FC236}">
                <a16:creationId xmlns:a16="http://schemas.microsoft.com/office/drawing/2014/main" id="{2EDDF753-41D0-97A8-5CA8-2C183DFC0A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4158293"/>
              </p:ext>
            </p:extLst>
          </p:nvPr>
        </p:nvGraphicFramePr>
        <p:xfrm>
          <a:off x="8830248" y="1001646"/>
          <a:ext cx="3026271" cy="331212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2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033">
                  <a:extLst>
                    <a:ext uri="{9D8B030D-6E8A-4147-A177-3AD203B41FA5}">
                      <a16:colId xmlns:a16="http://schemas.microsoft.com/office/drawing/2014/main" val="1534598412"/>
                    </a:ext>
                  </a:extLst>
                </a:gridCol>
              </a:tblGrid>
              <a:tr h="1759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No</a:t>
                      </a: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+mn-ea"/>
                          <a:cs typeface="+mn-cs"/>
                        </a:rPr>
                        <a:t>UI Description</a:t>
                      </a:r>
                      <a:endParaRPr lang="ko-KR" altLang="en-US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</a:endParaRPr>
                    </a:p>
                  </a:txBody>
                  <a:tcPr marL="22159" marR="22159" marT="17995" marB="17995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58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>
                        <a:lnSpc>
                          <a:spcPts val="1300"/>
                        </a:lnSpc>
                        <a:buNone/>
                      </a:pPr>
                      <a:endParaRPr lang="ko-KR" altLang="en-US" sz="900" b="0" i="0" u="none" strike="noStrike" baseline="0" noProof="0">
                        <a:solidFill>
                          <a:srgbClr val="000000"/>
                        </a:solidFill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33784"/>
                  </a:ext>
                </a:extLst>
              </a:tr>
              <a:tr h="525578">
                <a:tc>
                  <a:txBody>
                    <a:bodyPr/>
                    <a:lstStyle/>
                    <a:p>
                      <a:pPr marL="0" marR="0" lvl="0" indent="0" algn="ctr" defTabSz="957263" rtl="0" eaLnBrk="1" fontAlgn="base" latinLnBrk="1" hangingPunct="1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8" marB="3339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ts val="1300"/>
                        </a:lnSpc>
                        <a:buNone/>
                      </a:pPr>
                      <a:endParaRPr 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</a:txBody>
                  <a:tcPr marL="36000" marR="36000" marT="18000" marB="18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95548"/>
                  </a:ext>
                </a:extLst>
              </a:tr>
              <a:tr h="1545166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7" marB="33397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</a:txBody>
                  <a:tcPr marL="36000" marR="36000" marT="18000" marB="18000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74992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lvl="0" indent="0" algn="ctr" defTabSz="957263">
                        <a:lnSpc>
                          <a:spcPct val="1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맑은 고딕"/>
                      </a:endParaRPr>
                    </a:p>
                  </a:txBody>
                  <a:tcPr marL="0" marR="0" marT="33397" marB="33397" anchor="ctr">
                    <a:lnL w="6350">
                      <a:solidFill>
                        <a:schemeClr val="tx1"/>
                      </a:solidFill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endParaRPr lang="en-US" altLang="ko-KR" sz="900" b="0" i="0" u="none" strike="noStrike" cap="none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algun Gothic"/>
                        <a:ea typeface="Malgun Gothic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90134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57A39EBA-C2BA-3FA8-8326-885C082FC43F}"/>
              </a:ext>
            </a:extLst>
          </p:cNvPr>
          <p:cNvSpPr/>
          <p:nvPr/>
        </p:nvSpPr>
        <p:spPr>
          <a:xfrm>
            <a:off x="6252431" y="0"/>
            <a:ext cx="5939569" cy="125062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셀바스</a:t>
            </a:r>
            <a:r>
              <a:rPr lang="en-US" altLang="ko-KR">
                <a:solidFill>
                  <a:schemeClr val="tx1"/>
                </a:solidFill>
              </a:rPr>
              <a:t>) </a:t>
            </a:r>
            <a:r>
              <a:rPr lang="ko-KR" altLang="en-US">
                <a:solidFill>
                  <a:schemeClr val="tx1"/>
                </a:solidFill>
              </a:rPr>
              <a:t>결과 보내기 화면 내용 확인 필요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39EF09-435B-096B-39B1-81D759258F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사용 안함</a:t>
            </a:r>
          </a:p>
        </p:txBody>
      </p:sp>
    </p:spTree>
    <p:extLst>
      <p:ext uri="{BB962C8B-B14F-4D97-AF65-F5344CB8AC3E}">
        <p14:creationId xmlns:p14="http://schemas.microsoft.com/office/powerpoint/2010/main" val="2364600701"/>
      </p:ext>
    </p:extLst>
  </p:cSld>
  <p:clrMapOvr>
    <a:masterClrMapping/>
  </p:clrMapOvr>
</p:sld>
</file>

<file path=ppt/theme/theme1.xml><?xml version="1.0" encoding="utf-8"?>
<a:theme xmlns:a="http://schemas.openxmlformats.org/drawingml/2006/main" name="표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C_템플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AECC7F8E08AE244964DB95E51C29B81" ma:contentTypeVersion="11" ma:contentTypeDescription="새 문서를 만듭니다." ma:contentTypeScope="" ma:versionID="e0980f54fc6b46f6580058d5f2cb194a">
  <xsd:schema xmlns:xsd="http://www.w3.org/2001/XMLSchema" xmlns:xs="http://www.w3.org/2001/XMLSchema" xmlns:p="http://schemas.microsoft.com/office/2006/metadata/properties" xmlns:ns2="d78ac902-3f1d-4e24-b650-f0fedce5a34d" targetNamespace="http://schemas.microsoft.com/office/2006/metadata/properties" ma:root="true" ma:fieldsID="f674e680ac1478cf2ece8647541c4b98" ns2:_="">
    <xsd:import namespace="d78ac902-3f1d-4e24-b650-f0fedce5a34d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8ac902-3f1d-4e24-b650-f0fedce5a34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이미지 태그" ma:readOnly="false" ma:fieldId="{5cf76f15-5ced-4ddc-b409-7134ff3c332f}" ma:taxonomyMulti="true" ma:sspId="b0804228-30ff-46f2-bd2c-9725bbc2d7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8ac902-3f1d-4e24-b650-f0fedce5a34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958AFC7-B535-4A0D-927B-3730290CAF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3DC569-B7DF-4E7D-B945-459FBB56B2F9}">
  <ds:schemaRefs>
    <ds:schemaRef ds:uri="d78ac902-3f1d-4e24-b650-f0fedce5a3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830956D-B7B0-45A3-AC4A-7291F6CDB047}">
  <ds:schemaRefs>
    <ds:schemaRef ds:uri="d78ac902-3f1d-4e24-b650-f0fedce5a3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와이드스크린</PresentationFormat>
  <Slides>15</Slides>
  <Notes>14</Notes>
  <HiddenSlides>0</HiddenSlides>
  <ScaleCrop>false</ScaleCrop>
  <HeadingPairs>
    <vt:vector size="4" baseType="variant">
      <vt:variant>
        <vt:lpstr>테마</vt:lpstr>
      </vt:variant>
      <vt:variant>
        <vt:i4>3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표지</vt:lpstr>
      <vt:lpstr>디자인 사용자 지정</vt:lpstr>
      <vt:lpstr>2_PC_템플릿</vt:lpstr>
      <vt:lpstr>PowerPoint 프레젠테이션</vt:lpstr>
      <vt:lpstr>개요</vt:lpstr>
      <vt:lpstr>제작 요청</vt:lpstr>
      <vt:lpstr>4단원 플로우 확인용 (퀴즈 게임)​</vt:lpstr>
      <vt:lpstr>게임 방법</vt:lpstr>
      <vt:lpstr>게임하기</vt:lpstr>
      <vt:lpstr>게임하기</vt:lpstr>
      <vt:lpstr>게임하기</vt:lpstr>
      <vt:lpstr>게임하기</vt:lpstr>
      <vt:lpstr>게임하기</vt:lpstr>
      <vt:lpstr>게임하기</vt:lpstr>
      <vt:lpstr>게임하기</vt:lpstr>
      <vt:lpstr>게임하기</vt:lpstr>
      <vt:lpstr>대체텍스트</vt:lpstr>
      <vt:lpstr>결과보내기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revision>18</cp:revision>
  <dcterms:created xsi:type="dcterms:W3CDTF">2023-03-03T09:21:43Z</dcterms:created>
  <dcterms:modified xsi:type="dcterms:W3CDTF">2025-03-04T07:54:30Z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0x010100FAECC7F8E08AE244964DB95E51C29B81</vt:lpwstr>
  </property>
  <property fmtid="{D5CDD505-2E9C-101B-9397-08002B2CF9AE}" pid="3" name="MediaServiceImageTags">
    <vt:lpwstr/>
  </property>
</Properties>
</file>